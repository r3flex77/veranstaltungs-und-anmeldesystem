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59" r:id="rId5"/>
    <p:sldId id="261" r:id="rId6"/>
    <p:sldId id="274" r:id="rId7"/>
    <p:sldId id="275" r:id="rId8"/>
    <p:sldId id="257" r:id="rId9"/>
    <p:sldId id="266" r:id="rId10"/>
    <p:sldId id="267" r:id="rId11"/>
    <p:sldId id="268" r:id="rId12"/>
    <p:sldId id="269" r:id="rId13"/>
    <p:sldId id="270" r:id="rId14"/>
    <p:sldId id="258" r:id="rId15"/>
    <p:sldId id="265" r:id="rId16"/>
    <p:sldId id="260" r:id="rId17"/>
    <p:sldId id="271" r:id="rId18"/>
    <p:sldId id="264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384E80"/>
    <a:srgbClr val="4A67A8"/>
    <a:srgbClr val="2A63A8"/>
    <a:srgbClr val="1D5185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AA48D6-FA33-4A9D-88C5-D943F4312EFD}" v="264" dt="2026-05-31T19:55:20.200"/>
    <p1510:client id="{6554A1D0-FCF3-4BB8-7E2E-5290A14E9DDF}" v="1" dt="2026-05-31T11:34:52.183"/>
    <p1510:client id="{7468BA0C-0707-5372-9226-73EEEC29F184}" v="2" dt="2026-05-31T11:27:04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060" autoAdjust="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elker, Fabio" userId="S::fabio.doelker@kern-liebers.com::52dfd9dd-2e1a-43d3-bb7b-427aab44e6e9" providerId="AD" clId="Web-{7468BA0C-0707-5372-9226-73EEEC29F184}"/>
    <pc:docChg chg="modSld">
      <pc:chgData name="Doelker, Fabio" userId="S::fabio.doelker@kern-liebers.com::52dfd9dd-2e1a-43d3-bb7b-427aab44e6e9" providerId="AD" clId="Web-{7468BA0C-0707-5372-9226-73EEEC29F184}" dt="2026-05-31T11:27:04.956" v="1" actId="20577"/>
      <pc:docMkLst>
        <pc:docMk/>
      </pc:docMkLst>
      <pc:sldChg chg="modSp">
        <pc:chgData name="Doelker, Fabio" userId="S::fabio.doelker@kern-liebers.com::52dfd9dd-2e1a-43d3-bb7b-427aab44e6e9" providerId="AD" clId="Web-{7468BA0C-0707-5372-9226-73EEEC29F184}" dt="2026-05-31T11:27:04.956" v="1" actId="20577"/>
        <pc:sldMkLst>
          <pc:docMk/>
          <pc:sldMk cId="2442876739" sldId="256"/>
        </pc:sldMkLst>
        <pc:spChg chg="mod">
          <ac:chgData name="Doelker, Fabio" userId="S::fabio.doelker@kern-liebers.com::52dfd9dd-2e1a-43d3-bb7b-427aab44e6e9" providerId="AD" clId="Web-{7468BA0C-0707-5372-9226-73EEEC29F184}" dt="2026-05-31T11:27:04.956" v="1" actId="20577"/>
          <ac:spMkLst>
            <pc:docMk/>
            <pc:sldMk cId="2442876739" sldId="256"/>
            <ac:spMk id="2" creationId="{372F31F3-AFAB-B22C-8E0D-466F2FA5DCBE}"/>
          </ac:spMkLst>
        </pc:spChg>
      </pc:sldChg>
    </pc:docChg>
  </pc:docChgLst>
  <pc:docChgLst>
    <pc:chgData name="Doelker, Fabio" userId="52dfd9dd-2e1a-43d3-bb7b-427aab44e6e9" providerId="ADAL" clId="{F5E2B69C-4677-40AF-8811-E55CF8A3AAC9}"/>
    <pc:docChg chg="undo redo custSel addSld delSld modSld sldOrd modShowInfo">
      <pc:chgData name="Doelker, Fabio" userId="52dfd9dd-2e1a-43d3-bb7b-427aab44e6e9" providerId="ADAL" clId="{F5E2B69C-4677-40AF-8811-E55CF8A3AAC9}" dt="2026-05-31T19:55:20.200" v="2793" actId="20577"/>
      <pc:docMkLst>
        <pc:docMk/>
      </pc:docMkLst>
      <pc:sldChg chg="addSp modSp mod modAnim">
        <pc:chgData name="Doelker, Fabio" userId="52dfd9dd-2e1a-43d3-bb7b-427aab44e6e9" providerId="ADAL" clId="{F5E2B69C-4677-40AF-8811-E55CF8A3AAC9}" dt="2026-05-31T18:27:23.382" v="1293"/>
        <pc:sldMkLst>
          <pc:docMk/>
          <pc:sldMk cId="2442876739" sldId="256"/>
        </pc:sldMkLst>
        <pc:spChg chg="mod">
          <ac:chgData name="Doelker, Fabio" userId="52dfd9dd-2e1a-43d3-bb7b-427aab44e6e9" providerId="ADAL" clId="{F5E2B69C-4677-40AF-8811-E55CF8A3AAC9}" dt="2026-05-30T22:32:17.031" v="740" actId="255"/>
          <ac:spMkLst>
            <pc:docMk/>
            <pc:sldMk cId="2442876739" sldId="256"/>
            <ac:spMk id="2" creationId="{372F31F3-AFAB-B22C-8E0D-466F2FA5DCBE}"/>
          </ac:spMkLst>
        </pc:spChg>
        <pc:spChg chg="mod">
          <ac:chgData name="Doelker, Fabio" userId="52dfd9dd-2e1a-43d3-bb7b-427aab44e6e9" providerId="ADAL" clId="{F5E2B69C-4677-40AF-8811-E55CF8A3AAC9}" dt="2026-05-30T22:32:54.684" v="771" actId="20577"/>
          <ac:spMkLst>
            <pc:docMk/>
            <pc:sldMk cId="2442876739" sldId="256"/>
            <ac:spMk id="3" creationId="{33C02CAD-BB6F-3C91-AE04-7468165953C2}"/>
          </ac:spMkLst>
        </pc:spChg>
        <pc:spChg chg="add mod ord">
          <ac:chgData name="Doelker, Fabio" userId="52dfd9dd-2e1a-43d3-bb7b-427aab44e6e9" providerId="ADAL" clId="{F5E2B69C-4677-40AF-8811-E55CF8A3AAC9}" dt="2026-05-30T22:29:46.235" v="715" actId="171"/>
          <ac:spMkLst>
            <pc:docMk/>
            <pc:sldMk cId="2442876739" sldId="256"/>
            <ac:spMk id="4" creationId="{1EBDDD0D-B79F-79FE-044E-0FA64ACB4771}"/>
          </ac:spMkLst>
        </pc:spChg>
        <pc:picChg chg="mod">
          <ac:chgData name="Doelker, Fabio" userId="52dfd9dd-2e1a-43d3-bb7b-427aab44e6e9" providerId="ADAL" clId="{F5E2B69C-4677-40AF-8811-E55CF8A3AAC9}" dt="2026-05-30T22:26:07.342" v="676" actId="1076"/>
          <ac:picMkLst>
            <pc:docMk/>
            <pc:sldMk cId="2442876739" sldId="256"/>
            <ac:picMk id="1026" creationId="{B974AB23-3E44-5F86-86B1-6772910E0A64}"/>
          </ac:picMkLst>
        </pc:picChg>
      </pc:sldChg>
      <pc:sldChg chg="addSp delSp modSp mod modNotesTx">
        <pc:chgData name="Doelker, Fabio" userId="52dfd9dd-2e1a-43d3-bb7b-427aab44e6e9" providerId="ADAL" clId="{F5E2B69C-4677-40AF-8811-E55CF8A3AAC9}" dt="2026-05-31T19:55:20.200" v="2793" actId="20577"/>
        <pc:sldMkLst>
          <pc:docMk/>
          <pc:sldMk cId="1807193516" sldId="257"/>
        </pc:sldMkLst>
        <pc:spChg chg="del mod">
          <ac:chgData name="Doelker, Fabio" userId="52dfd9dd-2e1a-43d3-bb7b-427aab44e6e9" providerId="ADAL" clId="{F5E2B69C-4677-40AF-8811-E55CF8A3AAC9}" dt="2026-05-31T13:14:05.425" v="1144" actId="478"/>
          <ac:spMkLst>
            <pc:docMk/>
            <pc:sldMk cId="1807193516" sldId="257"/>
            <ac:spMk id="2" creationId="{F4A4E56F-3139-EB97-6FC9-87D63FCF87E9}"/>
          </ac:spMkLst>
        </pc:spChg>
        <pc:spChg chg="del">
          <ac:chgData name="Doelker, Fabio" userId="52dfd9dd-2e1a-43d3-bb7b-427aab44e6e9" providerId="ADAL" clId="{F5E2B69C-4677-40AF-8811-E55CF8A3AAC9}" dt="2026-05-30T21:36:57.985" v="275" actId="478"/>
          <ac:spMkLst>
            <pc:docMk/>
            <pc:sldMk cId="1807193516" sldId="257"/>
            <ac:spMk id="3" creationId="{7455B072-A423-21C0-1F3E-AB2595ECBC6B}"/>
          </ac:spMkLst>
        </pc:spChg>
        <pc:spChg chg="add del mod">
          <ac:chgData name="Doelker, Fabio" userId="52dfd9dd-2e1a-43d3-bb7b-427aab44e6e9" providerId="ADAL" clId="{F5E2B69C-4677-40AF-8811-E55CF8A3AAC9}" dt="2026-05-31T13:14:07.731" v="1145" actId="478"/>
          <ac:spMkLst>
            <pc:docMk/>
            <pc:sldMk cId="1807193516" sldId="257"/>
            <ac:spMk id="4" creationId="{9275A58D-4D12-D51C-5FCA-5851B050D962}"/>
          </ac:spMkLst>
        </pc:spChg>
        <pc:spChg chg="add mod">
          <ac:chgData name="Doelker, Fabio" userId="52dfd9dd-2e1a-43d3-bb7b-427aab44e6e9" providerId="ADAL" clId="{F5E2B69C-4677-40AF-8811-E55CF8A3AAC9}" dt="2026-05-31T13:16:25.641" v="1192" actId="14100"/>
          <ac:spMkLst>
            <pc:docMk/>
            <pc:sldMk cId="1807193516" sldId="257"/>
            <ac:spMk id="6" creationId="{84C98962-D997-4815-20BD-74CEC7DF94CB}"/>
          </ac:spMkLst>
        </pc:spChg>
        <pc:spChg chg="add mod">
          <ac:chgData name="Doelker, Fabio" userId="52dfd9dd-2e1a-43d3-bb7b-427aab44e6e9" providerId="ADAL" clId="{F5E2B69C-4677-40AF-8811-E55CF8A3AAC9}" dt="2026-05-31T13:18:05.496" v="1245" actId="1076"/>
          <ac:spMkLst>
            <pc:docMk/>
            <pc:sldMk cId="1807193516" sldId="257"/>
            <ac:spMk id="7" creationId="{39C289DB-D5C1-720A-96B3-C101FB5B8475}"/>
          </ac:spMkLst>
        </pc:spChg>
        <pc:picChg chg="add mod">
          <ac:chgData name="Doelker, Fabio" userId="52dfd9dd-2e1a-43d3-bb7b-427aab44e6e9" providerId="ADAL" clId="{F5E2B69C-4677-40AF-8811-E55CF8A3AAC9}" dt="2026-05-30T21:37:38.421" v="283" actId="1076"/>
          <ac:picMkLst>
            <pc:docMk/>
            <pc:sldMk cId="1807193516" sldId="257"/>
            <ac:picMk id="5" creationId="{26A17344-1E6B-4F26-BB5D-22C56B7F26C6}"/>
          </ac:picMkLst>
        </pc:picChg>
      </pc:sldChg>
      <pc:sldChg chg="addSp delSp modSp mod setBg addAnim modAnim setClrOvrMap">
        <pc:chgData name="Doelker, Fabio" userId="52dfd9dd-2e1a-43d3-bb7b-427aab44e6e9" providerId="ADAL" clId="{F5E2B69C-4677-40AF-8811-E55CF8A3AAC9}" dt="2026-05-31T19:52:48.185" v="2786" actId="1036"/>
        <pc:sldMkLst>
          <pc:docMk/>
          <pc:sldMk cId="1080726523" sldId="258"/>
        </pc:sldMkLst>
        <pc:spChg chg="mod ord">
          <ac:chgData name="Doelker, Fabio" userId="52dfd9dd-2e1a-43d3-bb7b-427aab44e6e9" providerId="ADAL" clId="{F5E2B69C-4677-40AF-8811-E55CF8A3AAC9}" dt="2026-05-31T19:52:40.525" v="2779" actId="255"/>
          <ac:spMkLst>
            <pc:docMk/>
            <pc:sldMk cId="1080726523" sldId="258"/>
            <ac:spMk id="2" creationId="{E6A35E01-9543-0F8B-0427-E258EB300200}"/>
          </ac:spMkLst>
        </pc:spChg>
        <pc:spChg chg="add mod ord">
          <ac:chgData name="Doelker, Fabio" userId="52dfd9dd-2e1a-43d3-bb7b-427aab44e6e9" providerId="ADAL" clId="{F5E2B69C-4677-40AF-8811-E55CF8A3AAC9}" dt="2026-05-31T19:52:48.185" v="2786" actId="1036"/>
          <ac:spMkLst>
            <pc:docMk/>
            <pc:sldMk cId="1080726523" sldId="258"/>
            <ac:spMk id="4" creationId="{F9E161CE-D91C-84EF-3FC5-7DA2F961EADE}"/>
          </ac:spMkLst>
        </pc:spChg>
        <pc:spChg chg="add">
          <ac:chgData name="Doelker, Fabio" userId="52dfd9dd-2e1a-43d3-bb7b-427aab44e6e9" providerId="ADAL" clId="{F5E2B69C-4677-40AF-8811-E55CF8A3AAC9}" dt="2026-05-31T11:50:20.983" v="843" actId="26606"/>
          <ac:spMkLst>
            <pc:docMk/>
            <pc:sldMk cId="1080726523" sldId="258"/>
            <ac:spMk id="8" creationId="{71B2258F-86CA-4D4D-8270-BC05FCDEBFB3}"/>
          </ac:spMkLst>
        </pc:spChg>
        <pc:picChg chg="add mod">
          <ac:chgData name="Doelker, Fabio" userId="52dfd9dd-2e1a-43d3-bb7b-427aab44e6e9" providerId="ADAL" clId="{F5E2B69C-4677-40AF-8811-E55CF8A3AAC9}" dt="2026-05-31T11:50:15.570" v="842"/>
          <ac:picMkLst>
            <pc:docMk/>
            <pc:sldMk cId="1080726523" sldId="258"/>
            <ac:picMk id="3" creationId="{44648E12-1AD9-09F5-8EE4-3D840D38BB5C}"/>
          </ac:picMkLst>
        </pc:picChg>
      </pc:sldChg>
      <pc:sldChg chg="modSp add del mod setBg">
        <pc:chgData name="Doelker, Fabio" userId="52dfd9dd-2e1a-43d3-bb7b-427aab44e6e9" providerId="ADAL" clId="{F5E2B69C-4677-40AF-8811-E55CF8A3AAC9}" dt="2026-05-31T13:20:36.135" v="1274" actId="1076"/>
        <pc:sldMkLst>
          <pc:docMk/>
          <pc:sldMk cId="0" sldId="259"/>
        </pc:sldMkLst>
        <pc:spChg chg="mod">
          <ac:chgData name="Doelker, Fabio" userId="52dfd9dd-2e1a-43d3-bb7b-427aab44e6e9" providerId="ADAL" clId="{F5E2B69C-4677-40AF-8811-E55CF8A3AAC9}" dt="2026-05-31T13:20:36.135" v="1274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2:38.445" v="111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0:28.872" v="1109" actId="2085"/>
          <ac:spMkLst>
            <pc:docMk/>
            <pc:sldMk cId="0" sldId="259"/>
            <ac:spMk id="6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2:38.445" v="1119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0:28.872" v="1109" actId="208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2:38.445" v="1119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0:28.872" v="1109" actId="208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2:38.445" v="1119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0:28.872" v="1109" actId="2085"/>
          <ac:spMkLst>
            <pc:docMk/>
            <pc:sldMk cId="0" sldId="259"/>
            <ac:spMk id="21" creationId="{00000000-0000-0000-0000-000000000000}"/>
          </ac:spMkLst>
        </pc:spChg>
      </pc:sldChg>
      <pc:sldChg chg="addSp delSp modSp del mod setBg setClrOvrMap">
        <pc:chgData name="Doelker, Fabio" userId="52dfd9dd-2e1a-43d3-bb7b-427aab44e6e9" providerId="ADAL" clId="{F5E2B69C-4677-40AF-8811-E55CF8A3AAC9}" dt="2026-05-30T21:30:56.710" v="272" actId="47"/>
        <pc:sldMkLst>
          <pc:docMk/>
          <pc:sldMk cId="2569795437" sldId="259"/>
        </pc:sldMkLst>
        <pc:spChg chg="mod">
          <ac:chgData name="Doelker, Fabio" userId="52dfd9dd-2e1a-43d3-bb7b-427aab44e6e9" providerId="ADAL" clId="{F5E2B69C-4677-40AF-8811-E55CF8A3AAC9}" dt="2026-05-30T21:27:45.904" v="233" actId="1076"/>
          <ac:spMkLst>
            <pc:docMk/>
            <pc:sldMk cId="2569795437" sldId="259"/>
            <ac:spMk id="2" creationId="{5C188851-FA1E-0469-427C-E968BF4B8070}"/>
          </ac:spMkLst>
        </pc:spChg>
        <pc:spChg chg="mod">
          <ac:chgData name="Doelker, Fabio" userId="52dfd9dd-2e1a-43d3-bb7b-427aab44e6e9" providerId="ADAL" clId="{F5E2B69C-4677-40AF-8811-E55CF8A3AAC9}" dt="2026-05-30T21:27:37.518" v="231" actId="403"/>
          <ac:spMkLst>
            <pc:docMk/>
            <pc:sldMk cId="2569795437" sldId="259"/>
            <ac:spMk id="3" creationId="{3CC5CB04-3FA0-01EB-80E6-7E5E8723E674}"/>
          </ac:spMkLst>
        </pc:spChg>
        <pc:spChg chg="add del mod">
          <ac:chgData name="Doelker, Fabio" userId="52dfd9dd-2e1a-43d3-bb7b-427aab44e6e9" providerId="ADAL" clId="{F5E2B69C-4677-40AF-8811-E55CF8A3AAC9}" dt="2026-05-30T21:23:30.902" v="207" actId="478"/>
          <ac:spMkLst>
            <pc:docMk/>
            <pc:sldMk cId="2569795437" sldId="259"/>
            <ac:spMk id="6" creationId="{ACCA47ED-385E-AC80-D309-27732843D468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21" creationId="{3A45B268-BBDB-4EC6-A664-CED7BF60D20D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25" creationId="{B78B55DD-3C55-4B94-9031-4F3723BD43EA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27" creationId="{B905CDE4-B751-4B3E-B625-6E59F8903414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29" creationId="{42D9BB05-ED63-4148-87AB-82720ACC335C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31" creationId="{CDC29AC1-2821-4FCC-B597-88DAF39C36FE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33" creationId="{5B00B48C-8AA7-4128-AD60-76349F0CEC58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35" creationId="{08108C16-F4C0-44AA-999D-17BD39219B24}"/>
          </ac:spMkLst>
        </pc:spChg>
        <pc:spChg chg="add">
          <ac:chgData name="Doelker, Fabio" userId="52dfd9dd-2e1a-43d3-bb7b-427aab44e6e9" providerId="ADAL" clId="{F5E2B69C-4677-40AF-8811-E55CF8A3AAC9}" dt="2026-05-30T21:26:35.970" v="209" actId="26606"/>
          <ac:spMkLst>
            <pc:docMk/>
            <pc:sldMk cId="2569795437" sldId="259"/>
            <ac:spMk id="37" creationId="{0760511E-86BF-4340-9949-CECB774FAC36}"/>
          </ac:spMkLst>
        </pc:spChg>
        <pc:graphicFrameChg chg="add del mod">
          <ac:chgData name="Doelker, Fabio" userId="52dfd9dd-2e1a-43d3-bb7b-427aab44e6e9" providerId="ADAL" clId="{F5E2B69C-4677-40AF-8811-E55CF8A3AAC9}" dt="2026-05-30T21:23:16.681" v="196" actId="478"/>
          <ac:graphicFrameMkLst>
            <pc:docMk/>
            <pc:sldMk cId="2569795437" sldId="259"/>
            <ac:graphicFrameMk id="4" creationId="{484C4AC6-D573-7A56-E532-B7DA02C94FDF}"/>
          </ac:graphicFrameMkLst>
        </pc:graphicFrameChg>
        <pc:picChg chg="add mod">
          <ac:chgData name="Doelker, Fabio" userId="52dfd9dd-2e1a-43d3-bb7b-427aab44e6e9" providerId="ADAL" clId="{F5E2B69C-4677-40AF-8811-E55CF8A3AAC9}" dt="2026-05-30T21:26:23.740" v="208" actId="931"/>
          <ac:picMkLst>
            <pc:docMk/>
            <pc:sldMk cId="2569795437" sldId="259"/>
            <ac:picMk id="8" creationId="{BA1DBAE0-CD83-8494-EA7F-E96EB95D4FAA}"/>
          </ac:picMkLst>
        </pc:picChg>
        <pc:picChg chg="add mod">
          <ac:chgData name="Doelker, Fabio" userId="52dfd9dd-2e1a-43d3-bb7b-427aab44e6e9" providerId="ADAL" clId="{F5E2B69C-4677-40AF-8811-E55CF8A3AAC9}" dt="2026-05-30T21:26:23.740" v="208" actId="931"/>
          <ac:picMkLst>
            <pc:docMk/>
            <pc:sldMk cId="2569795437" sldId="259"/>
            <ac:picMk id="10" creationId="{4855BBD0-BB05-4F4D-BFB4-239242D94469}"/>
          </ac:picMkLst>
        </pc:picChg>
        <pc:picChg chg="add mod">
          <ac:chgData name="Doelker, Fabio" userId="52dfd9dd-2e1a-43d3-bb7b-427aab44e6e9" providerId="ADAL" clId="{F5E2B69C-4677-40AF-8811-E55CF8A3AAC9}" dt="2026-05-30T21:26:23.740" v="208" actId="931"/>
          <ac:picMkLst>
            <pc:docMk/>
            <pc:sldMk cId="2569795437" sldId="259"/>
            <ac:picMk id="12" creationId="{20AB95F0-2F45-927A-846C-A9785699CCD2}"/>
          </ac:picMkLst>
        </pc:picChg>
        <pc:picChg chg="add mod">
          <ac:chgData name="Doelker, Fabio" userId="52dfd9dd-2e1a-43d3-bb7b-427aab44e6e9" providerId="ADAL" clId="{F5E2B69C-4677-40AF-8811-E55CF8A3AAC9}" dt="2026-05-30T21:26:23.740" v="208" actId="931"/>
          <ac:picMkLst>
            <pc:docMk/>
            <pc:sldMk cId="2569795437" sldId="259"/>
            <ac:picMk id="14" creationId="{BB6A8A3C-E3B9-2470-555B-EB95CF3A9E03}"/>
          </ac:picMkLst>
        </pc:picChg>
        <pc:picChg chg="add mod">
          <ac:chgData name="Doelker, Fabio" userId="52dfd9dd-2e1a-43d3-bb7b-427aab44e6e9" providerId="ADAL" clId="{F5E2B69C-4677-40AF-8811-E55CF8A3AAC9}" dt="2026-05-30T21:26:46.312" v="211" actId="1076"/>
          <ac:picMkLst>
            <pc:docMk/>
            <pc:sldMk cId="2569795437" sldId="259"/>
            <ac:picMk id="16" creationId="{CF0A9B2A-A3CF-1578-83BA-FDEB51176E3B}"/>
          </ac:picMkLst>
        </pc:picChg>
      </pc:sldChg>
      <pc:sldChg chg="addSp delSp modSp mod modNotesTx">
        <pc:chgData name="Doelker, Fabio" userId="52dfd9dd-2e1a-43d3-bb7b-427aab44e6e9" providerId="ADAL" clId="{F5E2B69C-4677-40AF-8811-E55CF8A3AAC9}" dt="2026-05-31T19:54:51.220" v="2789" actId="20577"/>
        <pc:sldMkLst>
          <pc:docMk/>
          <pc:sldMk cId="2314523387" sldId="260"/>
        </pc:sldMkLst>
        <pc:spChg chg="del">
          <ac:chgData name="Doelker, Fabio" userId="52dfd9dd-2e1a-43d3-bb7b-427aab44e6e9" providerId="ADAL" clId="{F5E2B69C-4677-40AF-8811-E55CF8A3AAC9}" dt="2026-05-31T13:17:09.962" v="1211" actId="478"/>
          <ac:spMkLst>
            <pc:docMk/>
            <pc:sldMk cId="2314523387" sldId="260"/>
            <ac:spMk id="2" creationId="{DA6FD1E2-79C0-5F59-935D-87D3C7BFCA6A}"/>
          </ac:spMkLst>
        </pc:spChg>
        <pc:spChg chg="mod">
          <ac:chgData name="Doelker, Fabio" userId="52dfd9dd-2e1a-43d3-bb7b-427aab44e6e9" providerId="ADAL" clId="{F5E2B69C-4677-40AF-8811-E55CF8A3AAC9}" dt="2026-05-31T11:51:56.641" v="854" actId="20577"/>
          <ac:spMkLst>
            <pc:docMk/>
            <pc:sldMk cId="2314523387" sldId="260"/>
            <ac:spMk id="3" creationId="{76DDA797-92C0-DC9C-5B94-4A4922B49A36}"/>
          </ac:spMkLst>
        </pc:spChg>
        <pc:spChg chg="add">
          <ac:chgData name="Doelker, Fabio" userId="52dfd9dd-2e1a-43d3-bb7b-427aab44e6e9" providerId="ADAL" clId="{F5E2B69C-4677-40AF-8811-E55CF8A3AAC9}" dt="2026-05-31T12:16:27.167" v="949"/>
          <ac:spMkLst>
            <pc:docMk/>
            <pc:sldMk cId="2314523387" sldId="260"/>
            <ac:spMk id="8" creationId="{12340EA4-6047-535B-F9D9-8A5E9443DA71}"/>
          </ac:spMkLst>
        </pc:spChg>
        <pc:spChg chg="add del mod">
          <ac:chgData name="Doelker, Fabio" userId="52dfd9dd-2e1a-43d3-bb7b-427aab44e6e9" providerId="ADAL" clId="{F5E2B69C-4677-40AF-8811-E55CF8A3AAC9}" dt="2026-05-31T13:17:12.638" v="1212" actId="478"/>
          <ac:spMkLst>
            <pc:docMk/>
            <pc:sldMk cId="2314523387" sldId="260"/>
            <ac:spMk id="11" creationId="{E071087A-921E-3485-29D1-63A8C9E545FE}"/>
          </ac:spMkLst>
        </pc:spChg>
        <pc:spChg chg="add mod">
          <ac:chgData name="Doelker, Fabio" userId="52dfd9dd-2e1a-43d3-bb7b-427aab44e6e9" providerId="ADAL" clId="{F5E2B69C-4677-40AF-8811-E55CF8A3AAC9}" dt="2026-05-31T13:17:12.966" v="1213"/>
          <ac:spMkLst>
            <pc:docMk/>
            <pc:sldMk cId="2314523387" sldId="260"/>
            <ac:spMk id="12" creationId="{A258AEDA-E691-25B6-6B41-11F5B1649105}"/>
          </ac:spMkLst>
        </pc:spChg>
        <pc:spChg chg="add mod">
          <ac:chgData name="Doelker, Fabio" userId="52dfd9dd-2e1a-43d3-bb7b-427aab44e6e9" providerId="ADAL" clId="{F5E2B69C-4677-40AF-8811-E55CF8A3AAC9}" dt="2026-05-31T13:19:50.860" v="1265" actId="113"/>
          <ac:spMkLst>
            <pc:docMk/>
            <pc:sldMk cId="2314523387" sldId="260"/>
            <ac:spMk id="13" creationId="{C33B77EE-26D6-4BA0-EE47-BDA4976FC844}"/>
          </ac:spMkLst>
        </pc:spChg>
        <pc:picChg chg="add mod">
          <ac:chgData name="Doelker, Fabio" userId="52dfd9dd-2e1a-43d3-bb7b-427aab44e6e9" providerId="ADAL" clId="{F5E2B69C-4677-40AF-8811-E55CF8A3AAC9}" dt="2026-05-31T11:52:32.029" v="872" actId="1035"/>
          <ac:picMkLst>
            <pc:docMk/>
            <pc:sldMk cId="2314523387" sldId="260"/>
            <ac:picMk id="4" creationId="{4C04C5AE-90E3-9B66-A9DA-C433A84CEB1B}"/>
          </ac:picMkLst>
        </pc:picChg>
        <pc:picChg chg="add mod">
          <ac:chgData name="Doelker, Fabio" userId="52dfd9dd-2e1a-43d3-bb7b-427aab44e6e9" providerId="ADAL" clId="{F5E2B69C-4677-40AF-8811-E55CF8A3AAC9}" dt="2026-05-31T11:53:06.692" v="911" actId="1036"/>
          <ac:picMkLst>
            <pc:docMk/>
            <pc:sldMk cId="2314523387" sldId="260"/>
            <ac:picMk id="5" creationId="{93511556-89EE-8E34-DC12-CA51CCCCF460}"/>
          </ac:picMkLst>
        </pc:picChg>
        <pc:picChg chg="add mod">
          <ac:chgData name="Doelker, Fabio" userId="52dfd9dd-2e1a-43d3-bb7b-427aab44e6e9" providerId="ADAL" clId="{F5E2B69C-4677-40AF-8811-E55CF8A3AAC9}" dt="2026-05-31T11:53:06.692" v="911" actId="1036"/>
          <ac:picMkLst>
            <pc:docMk/>
            <pc:sldMk cId="2314523387" sldId="260"/>
            <ac:picMk id="6" creationId="{7CB208E7-3B76-E5E0-3F38-C2FDD971ABD4}"/>
          </ac:picMkLst>
        </pc:picChg>
        <pc:picChg chg="add mod">
          <ac:chgData name="Doelker, Fabio" userId="52dfd9dd-2e1a-43d3-bb7b-427aab44e6e9" providerId="ADAL" clId="{F5E2B69C-4677-40AF-8811-E55CF8A3AAC9}" dt="2026-05-31T11:53:06.692" v="911" actId="1036"/>
          <ac:picMkLst>
            <pc:docMk/>
            <pc:sldMk cId="2314523387" sldId="260"/>
            <ac:picMk id="7" creationId="{987A28B5-10EE-5E91-0148-A8CBA72F80CB}"/>
          </ac:picMkLst>
        </pc:picChg>
        <pc:picChg chg="add mod">
          <ac:chgData name="Doelker, Fabio" userId="52dfd9dd-2e1a-43d3-bb7b-427aab44e6e9" providerId="ADAL" clId="{F5E2B69C-4677-40AF-8811-E55CF8A3AAC9}" dt="2026-05-30T22:25:34.205" v="671" actId="1036"/>
          <ac:picMkLst>
            <pc:docMk/>
            <pc:sldMk cId="2314523387" sldId="260"/>
            <ac:picMk id="9" creationId="{B24A7F2E-5B44-2E3C-8460-FF10CA9F5C21}"/>
          </ac:picMkLst>
        </pc:picChg>
        <pc:picChg chg="add mod">
          <ac:chgData name="Doelker, Fabio" userId="52dfd9dd-2e1a-43d3-bb7b-427aab44e6e9" providerId="ADAL" clId="{F5E2B69C-4677-40AF-8811-E55CF8A3AAC9}" dt="2026-05-31T11:52:39.718" v="880" actId="1036"/>
          <ac:picMkLst>
            <pc:docMk/>
            <pc:sldMk cId="2314523387" sldId="260"/>
            <ac:picMk id="10" creationId="{1F0F907B-37E2-7DBB-734D-B937B400B646}"/>
          </ac:picMkLst>
        </pc:picChg>
        <pc:picChg chg="add del mod modCrop">
          <ac:chgData name="Doelker, Fabio" userId="52dfd9dd-2e1a-43d3-bb7b-427aab44e6e9" providerId="ADAL" clId="{F5E2B69C-4677-40AF-8811-E55CF8A3AAC9}" dt="2026-05-31T12:21:39.568" v="957" actId="478"/>
          <ac:picMkLst>
            <pc:docMk/>
            <pc:sldMk cId="2314523387" sldId="260"/>
            <ac:picMk id="12" creationId="{04222D0F-5422-799C-D0A1-B500DE3107F2}"/>
          </ac:picMkLst>
        </pc:picChg>
      </pc:sldChg>
      <pc:sldChg chg="modSp add mod">
        <pc:chgData name="Doelker, Fabio" userId="52dfd9dd-2e1a-43d3-bb7b-427aab44e6e9" providerId="ADAL" clId="{F5E2B69C-4677-40AF-8811-E55CF8A3AAC9}" dt="2026-05-31T19:33:49.208" v="2773" actId="20577"/>
        <pc:sldMkLst>
          <pc:docMk/>
          <pc:sldMk cId="0" sldId="261"/>
        </pc:sldMkLst>
        <pc:spChg chg="mod">
          <ac:chgData name="Doelker, Fabio" userId="52dfd9dd-2e1a-43d3-bb7b-427aab44e6e9" providerId="ADAL" clId="{F5E2B69C-4677-40AF-8811-E55CF8A3AAC9}" dt="2026-05-31T13:16:02.338" v="1189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17:48.719" v="1241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9:32:50.013" v="2772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9:33:49.208" v="2773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del mod">
        <pc:chgData name="Doelker, Fabio" userId="52dfd9dd-2e1a-43d3-bb7b-427aab44e6e9" providerId="ADAL" clId="{F5E2B69C-4677-40AF-8811-E55CF8A3AAC9}" dt="2026-05-31T13:13:48.322" v="1142" actId="47"/>
        <pc:sldMkLst>
          <pc:docMk/>
          <pc:sldMk cId="1682789472" sldId="262"/>
        </pc:sldMkLst>
        <pc:spChg chg="mod">
          <ac:chgData name="Doelker, Fabio" userId="52dfd9dd-2e1a-43d3-bb7b-427aab44e6e9" providerId="ADAL" clId="{F5E2B69C-4677-40AF-8811-E55CF8A3AAC9}" dt="2026-05-30T22:26:40.025" v="679" actId="404"/>
          <ac:spMkLst>
            <pc:docMk/>
            <pc:sldMk cId="1682789472" sldId="262"/>
            <ac:spMk id="2" creationId="{7DF9CABD-83D1-9998-D7D5-F3FA4F74C5AD}"/>
          </ac:spMkLst>
        </pc:spChg>
      </pc:sldChg>
      <pc:sldChg chg="addSp delSp modSp del mod">
        <pc:chgData name="Doelker, Fabio" userId="52dfd9dd-2e1a-43d3-bb7b-427aab44e6e9" providerId="ADAL" clId="{F5E2B69C-4677-40AF-8811-E55CF8A3AAC9}" dt="2026-05-31T13:13:50.841" v="1143" actId="47"/>
        <pc:sldMkLst>
          <pc:docMk/>
          <pc:sldMk cId="2876313823" sldId="263"/>
        </pc:sldMkLst>
        <pc:spChg chg="del mod">
          <ac:chgData name="Doelker, Fabio" userId="52dfd9dd-2e1a-43d3-bb7b-427aab44e6e9" providerId="ADAL" clId="{F5E2B69C-4677-40AF-8811-E55CF8A3AAC9}" dt="2026-05-31T13:13:36.141" v="1140" actId="478"/>
          <ac:spMkLst>
            <pc:docMk/>
            <pc:sldMk cId="2876313823" sldId="263"/>
            <ac:spMk id="2" creationId="{2C6D3CEC-399F-B802-6C82-F8699613BAA4}"/>
          </ac:spMkLst>
        </pc:spChg>
        <pc:spChg chg="add mod ord">
          <ac:chgData name="Doelker, Fabio" userId="52dfd9dd-2e1a-43d3-bb7b-427aab44e6e9" providerId="ADAL" clId="{F5E2B69C-4677-40AF-8811-E55CF8A3AAC9}" dt="2026-05-31T13:13:14.260" v="1121" actId="167"/>
          <ac:spMkLst>
            <pc:docMk/>
            <pc:sldMk cId="2876313823" sldId="263"/>
            <ac:spMk id="4" creationId="{697AF786-2597-D27F-AA1C-C69048EAC112}"/>
          </ac:spMkLst>
        </pc:spChg>
        <pc:spChg chg="add mod">
          <ac:chgData name="Doelker, Fabio" userId="52dfd9dd-2e1a-43d3-bb7b-427aab44e6e9" providerId="ADAL" clId="{F5E2B69C-4677-40AF-8811-E55CF8A3AAC9}" dt="2026-05-31T13:13:30.923" v="1139" actId="20577"/>
          <ac:spMkLst>
            <pc:docMk/>
            <pc:sldMk cId="2876313823" sldId="263"/>
            <ac:spMk id="5" creationId="{99466210-3D99-93B8-82B3-AB15297A7760}"/>
          </ac:spMkLst>
        </pc:spChg>
        <pc:spChg chg="add del mod">
          <ac:chgData name="Doelker, Fabio" userId="52dfd9dd-2e1a-43d3-bb7b-427aab44e6e9" providerId="ADAL" clId="{F5E2B69C-4677-40AF-8811-E55CF8A3AAC9}" dt="2026-05-31T13:13:38.533" v="1141" actId="478"/>
          <ac:spMkLst>
            <pc:docMk/>
            <pc:sldMk cId="2876313823" sldId="263"/>
            <ac:spMk id="7" creationId="{F506E0A9-9B11-3642-7850-EED49DFE26AE}"/>
          </ac:spMkLst>
        </pc:spChg>
      </pc:sldChg>
      <pc:sldChg chg="addSp delSp modSp new mod setBg addAnim modAnim setClrOvrMap">
        <pc:chgData name="Doelker, Fabio" userId="52dfd9dd-2e1a-43d3-bb7b-427aab44e6e9" providerId="ADAL" clId="{F5E2B69C-4677-40AF-8811-E55CF8A3AAC9}" dt="2026-05-31T19:52:19.120" v="2778"/>
        <pc:sldMkLst>
          <pc:docMk/>
          <pc:sldMk cId="407368343" sldId="264"/>
        </pc:sldMkLst>
        <pc:spChg chg="mod ord">
          <ac:chgData name="Doelker, Fabio" userId="52dfd9dd-2e1a-43d3-bb7b-427aab44e6e9" providerId="ADAL" clId="{F5E2B69C-4677-40AF-8811-E55CF8A3AAC9}" dt="2026-05-31T18:39:14.147" v="2767" actId="14100"/>
          <ac:spMkLst>
            <pc:docMk/>
            <pc:sldMk cId="407368343" sldId="264"/>
            <ac:spMk id="2" creationId="{D7B59E51-4209-0348-8C96-E92F21C0BEFA}"/>
          </ac:spMkLst>
        </pc:spChg>
        <pc:spChg chg="add mod ord">
          <ac:chgData name="Doelker, Fabio" userId="52dfd9dd-2e1a-43d3-bb7b-427aab44e6e9" providerId="ADAL" clId="{F5E2B69C-4677-40AF-8811-E55CF8A3AAC9}" dt="2026-05-31T18:39:27.282" v="2769" actId="14100"/>
          <ac:spMkLst>
            <pc:docMk/>
            <pc:sldMk cId="407368343" sldId="264"/>
            <ac:spMk id="5" creationId="{825BED6F-CAAF-1E1A-1B34-EDC22D1832AD}"/>
          </ac:spMkLst>
        </pc:spChg>
        <pc:spChg chg="add">
          <ac:chgData name="Doelker, Fabio" userId="52dfd9dd-2e1a-43d3-bb7b-427aab44e6e9" providerId="ADAL" clId="{F5E2B69C-4677-40AF-8811-E55CF8A3AAC9}" dt="2026-05-28T09:39:43.203" v="42" actId="26606"/>
          <ac:spMkLst>
            <pc:docMk/>
            <pc:sldMk cId="407368343" sldId="264"/>
            <ac:spMk id="8" creationId="{71B2258F-86CA-4D4D-8270-BC05FCDEBFB3}"/>
          </ac:spMkLst>
        </pc:spChg>
        <pc:picChg chg="add mod">
          <ac:chgData name="Doelker, Fabio" userId="52dfd9dd-2e1a-43d3-bb7b-427aab44e6e9" providerId="ADAL" clId="{F5E2B69C-4677-40AF-8811-E55CF8A3AAC9}" dt="2026-05-28T09:39:39.570" v="41"/>
          <ac:picMkLst>
            <pc:docMk/>
            <pc:sldMk cId="407368343" sldId="264"/>
            <ac:picMk id="3" creationId="{F856B8B7-D388-6469-61E0-84B0226CAB80}"/>
          </ac:picMkLst>
        </pc:picChg>
        <pc:picChg chg="add del mod">
          <ac:chgData name="Doelker, Fabio" userId="52dfd9dd-2e1a-43d3-bb7b-427aab44e6e9" providerId="ADAL" clId="{F5E2B69C-4677-40AF-8811-E55CF8A3AAC9}" dt="2026-05-31T11:50:09.981" v="841" actId="478"/>
          <ac:picMkLst>
            <pc:docMk/>
            <pc:sldMk cId="407368343" sldId="264"/>
            <ac:picMk id="4" creationId="{4A13214E-935D-C2BB-9CF4-E0BD915356A1}"/>
          </ac:picMkLst>
        </pc:picChg>
      </pc:sldChg>
      <pc:sldChg chg="addSp delSp modSp new mod">
        <pc:chgData name="Doelker, Fabio" userId="52dfd9dd-2e1a-43d3-bb7b-427aab44e6e9" providerId="ADAL" clId="{F5E2B69C-4677-40AF-8811-E55CF8A3AAC9}" dt="2026-05-31T13:19:53.655" v="1266" actId="113"/>
        <pc:sldMkLst>
          <pc:docMk/>
          <pc:sldMk cId="3535526976" sldId="265"/>
        </pc:sldMkLst>
        <pc:spChg chg="del mod">
          <ac:chgData name="Doelker, Fabio" userId="52dfd9dd-2e1a-43d3-bb7b-427aab44e6e9" providerId="ADAL" clId="{F5E2B69C-4677-40AF-8811-E55CF8A3AAC9}" dt="2026-05-31T13:15:18.183" v="1186" actId="478"/>
          <ac:spMkLst>
            <pc:docMk/>
            <pc:sldMk cId="3535526976" sldId="265"/>
            <ac:spMk id="2" creationId="{B51BD5DD-B962-297F-F61C-2D2625BA1D64}"/>
          </ac:spMkLst>
        </pc:spChg>
        <pc:spChg chg="mod">
          <ac:chgData name="Doelker, Fabio" userId="52dfd9dd-2e1a-43d3-bb7b-427aab44e6e9" providerId="ADAL" clId="{F5E2B69C-4677-40AF-8811-E55CF8A3AAC9}" dt="2026-05-30T21:28:22.551" v="240" actId="14100"/>
          <ac:spMkLst>
            <pc:docMk/>
            <pc:sldMk cId="3535526976" sldId="265"/>
            <ac:spMk id="3" creationId="{EDDF09EC-92AB-C0B8-ED38-841D91523992}"/>
          </ac:spMkLst>
        </pc:spChg>
        <pc:spChg chg="add mod">
          <ac:chgData name="Doelker, Fabio" userId="52dfd9dd-2e1a-43d3-bb7b-427aab44e6e9" providerId="ADAL" clId="{F5E2B69C-4677-40AF-8811-E55CF8A3AAC9}" dt="2026-05-31T13:16:56.889" v="1210" actId="1036"/>
          <ac:spMkLst>
            <pc:docMk/>
            <pc:sldMk cId="3535526976" sldId="265"/>
            <ac:spMk id="4" creationId="{28BE2C13-64AF-4935-20CB-1B6EE858672D}"/>
          </ac:spMkLst>
        </pc:spChg>
        <pc:spChg chg="add mod">
          <ac:chgData name="Doelker, Fabio" userId="52dfd9dd-2e1a-43d3-bb7b-427aab44e6e9" providerId="ADAL" clId="{F5E2B69C-4677-40AF-8811-E55CF8A3AAC9}" dt="2026-05-30T21:29:35.841" v="255" actId="1076"/>
          <ac:spMkLst>
            <pc:docMk/>
            <pc:sldMk cId="3535526976" sldId="265"/>
            <ac:spMk id="5" creationId="{52A9BD37-8761-7718-A0DA-D6035B77ED30}"/>
          </ac:spMkLst>
        </pc:spChg>
        <pc:spChg chg="add mod">
          <ac:chgData name="Doelker, Fabio" userId="52dfd9dd-2e1a-43d3-bb7b-427aab44e6e9" providerId="ADAL" clId="{F5E2B69C-4677-40AF-8811-E55CF8A3AAC9}" dt="2026-05-30T21:29:32.925" v="254" actId="1076"/>
          <ac:spMkLst>
            <pc:docMk/>
            <pc:sldMk cId="3535526976" sldId="265"/>
            <ac:spMk id="6" creationId="{96C7AFE8-C5D9-CA9E-B905-E5FD90429731}"/>
          </ac:spMkLst>
        </pc:spChg>
        <pc:spChg chg="add mod">
          <ac:chgData name="Doelker, Fabio" userId="52dfd9dd-2e1a-43d3-bb7b-427aab44e6e9" providerId="ADAL" clId="{F5E2B69C-4677-40AF-8811-E55CF8A3AAC9}" dt="2026-05-30T21:29:30.688" v="253" actId="1076"/>
          <ac:spMkLst>
            <pc:docMk/>
            <pc:sldMk cId="3535526976" sldId="265"/>
            <ac:spMk id="7" creationId="{2AED7279-3F86-2F5C-97D6-DC10E20FEB87}"/>
          </ac:spMkLst>
        </pc:spChg>
        <pc:spChg chg="add mod">
          <ac:chgData name="Doelker, Fabio" userId="52dfd9dd-2e1a-43d3-bb7b-427aab44e6e9" providerId="ADAL" clId="{F5E2B69C-4677-40AF-8811-E55CF8A3AAC9}" dt="2026-05-30T21:29:28.156" v="252" actId="1076"/>
          <ac:spMkLst>
            <pc:docMk/>
            <pc:sldMk cId="3535526976" sldId="265"/>
            <ac:spMk id="8" creationId="{C5E2E457-D9B4-ED0D-20D8-F60A83BF731C}"/>
          </ac:spMkLst>
        </pc:spChg>
        <pc:spChg chg="add mod">
          <ac:chgData name="Doelker, Fabio" userId="52dfd9dd-2e1a-43d3-bb7b-427aab44e6e9" providerId="ADAL" clId="{F5E2B69C-4677-40AF-8811-E55CF8A3AAC9}" dt="2026-05-31T13:16:45.749" v="1198" actId="14100"/>
          <ac:spMkLst>
            <pc:docMk/>
            <pc:sldMk cId="3535526976" sldId="265"/>
            <ac:spMk id="14" creationId="{91ECE555-8928-3756-9DE6-E5AB9B0728B3}"/>
          </ac:spMkLst>
        </pc:spChg>
        <pc:spChg chg="add mod">
          <ac:chgData name="Doelker, Fabio" userId="52dfd9dd-2e1a-43d3-bb7b-427aab44e6e9" providerId="ADAL" clId="{F5E2B69C-4677-40AF-8811-E55CF8A3AAC9}" dt="2026-05-31T13:19:53.655" v="1266" actId="113"/>
          <ac:spMkLst>
            <pc:docMk/>
            <pc:sldMk cId="3535526976" sldId="265"/>
            <ac:spMk id="15" creationId="{4589EE95-713C-15C3-CF96-4B80CB0EBB20}"/>
          </ac:spMkLst>
        </pc:spChg>
        <pc:picChg chg="add mod">
          <ac:chgData name="Doelker, Fabio" userId="52dfd9dd-2e1a-43d3-bb7b-427aab44e6e9" providerId="ADAL" clId="{F5E2B69C-4677-40AF-8811-E55CF8A3AAC9}" dt="2026-05-31T11:32:57.701" v="839" actId="1035"/>
          <ac:picMkLst>
            <pc:docMk/>
            <pc:sldMk cId="3535526976" sldId="265"/>
            <ac:picMk id="9" creationId="{69F863D0-F937-D156-D062-7DD05A56005F}"/>
          </ac:picMkLst>
        </pc:picChg>
        <pc:picChg chg="add mod">
          <ac:chgData name="Doelker, Fabio" userId="52dfd9dd-2e1a-43d3-bb7b-427aab44e6e9" providerId="ADAL" clId="{F5E2B69C-4677-40AF-8811-E55CF8A3AAC9}" dt="2026-05-30T21:31:13.777" v="274" actId="1076"/>
          <ac:picMkLst>
            <pc:docMk/>
            <pc:sldMk cId="3535526976" sldId="265"/>
            <ac:picMk id="10" creationId="{8B194DDC-AFF9-35CD-28B1-FF34DD974110}"/>
          </ac:picMkLst>
        </pc:picChg>
        <pc:picChg chg="add mod">
          <ac:chgData name="Doelker, Fabio" userId="52dfd9dd-2e1a-43d3-bb7b-427aab44e6e9" providerId="ADAL" clId="{F5E2B69C-4677-40AF-8811-E55CF8A3AAC9}" dt="2026-05-30T21:30:41.085" v="270" actId="1076"/>
          <ac:picMkLst>
            <pc:docMk/>
            <pc:sldMk cId="3535526976" sldId="265"/>
            <ac:picMk id="11" creationId="{066BA1A8-DF27-5E57-369F-A66CB4DBAB53}"/>
          </ac:picMkLst>
        </pc:picChg>
        <pc:picChg chg="add mod">
          <ac:chgData name="Doelker, Fabio" userId="52dfd9dd-2e1a-43d3-bb7b-427aab44e6e9" providerId="ADAL" clId="{F5E2B69C-4677-40AF-8811-E55CF8A3AAC9}" dt="2026-05-31T13:16:56.889" v="1210" actId="1036"/>
          <ac:picMkLst>
            <pc:docMk/>
            <pc:sldMk cId="3535526976" sldId="265"/>
            <ac:picMk id="12" creationId="{AE1F5673-2CBC-65B0-98C1-716E860D1607}"/>
          </ac:picMkLst>
        </pc:picChg>
        <pc:picChg chg="add mod">
          <ac:chgData name="Doelker, Fabio" userId="52dfd9dd-2e1a-43d3-bb7b-427aab44e6e9" providerId="ADAL" clId="{F5E2B69C-4677-40AF-8811-E55CF8A3AAC9}" dt="2026-05-30T21:30:43.619" v="271" actId="1076"/>
          <ac:picMkLst>
            <pc:docMk/>
            <pc:sldMk cId="3535526976" sldId="265"/>
            <ac:picMk id="13" creationId="{C505664F-DA49-F797-B850-F914EE230E55}"/>
          </ac:picMkLst>
        </pc:picChg>
      </pc:sldChg>
      <pc:sldChg chg="addSp delSp modSp add mod modTransition modAnim modNotesTx">
        <pc:chgData name="Doelker, Fabio" userId="52dfd9dd-2e1a-43d3-bb7b-427aab44e6e9" providerId="ADAL" clId="{F5E2B69C-4677-40AF-8811-E55CF8A3AAC9}" dt="2026-05-31T19:55:15.935" v="2792" actId="20577"/>
        <pc:sldMkLst>
          <pc:docMk/>
          <pc:sldMk cId="789009547" sldId="266"/>
        </pc:sldMkLst>
        <pc:spChg chg="del mod">
          <ac:chgData name="Doelker, Fabio" userId="52dfd9dd-2e1a-43d3-bb7b-427aab44e6e9" providerId="ADAL" clId="{F5E2B69C-4677-40AF-8811-E55CF8A3AAC9}" dt="2026-05-31T13:14:27.535" v="1169" actId="478"/>
          <ac:spMkLst>
            <pc:docMk/>
            <pc:sldMk cId="789009547" sldId="266"/>
            <ac:spMk id="2" creationId="{295DFA1B-3E94-A5D1-8F90-715860CCDB91}"/>
          </ac:spMkLst>
        </pc:spChg>
        <pc:spChg chg="add mod">
          <ac:chgData name="Doelker, Fabio" userId="52dfd9dd-2e1a-43d3-bb7b-427aab44e6e9" providerId="ADAL" clId="{F5E2B69C-4677-40AF-8811-E55CF8A3AAC9}" dt="2026-05-30T21:39:20.736" v="290" actId="207"/>
          <ac:spMkLst>
            <pc:docMk/>
            <pc:sldMk cId="789009547" sldId="266"/>
            <ac:spMk id="3" creationId="{FC54402E-2C92-F221-6910-B9018BC7D371}"/>
          </ac:spMkLst>
        </pc:spChg>
        <pc:spChg chg="add del mod">
          <ac:chgData name="Doelker, Fabio" userId="52dfd9dd-2e1a-43d3-bb7b-427aab44e6e9" providerId="ADAL" clId="{F5E2B69C-4677-40AF-8811-E55CF8A3AAC9}" dt="2026-05-31T13:14:30.447" v="1170" actId="478"/>
          <ac:spMkLst>
            <pc:docMk/>
            <pc:sldMk cId="789009547" sldId="266"/>
            <ac:spMk id="7" creationId="{504EB28C-5DFD-968B-0622-0CDC5E6ABB69}"/>
          </ac:spMkLst>
        </pc:spChg>
        <pc:spChg chg="add mod">
          <ac:chgData name="Doelker, Fabio" userId="52dfd9dd-2e1a-43d3-bb7b-427aab44e6e9" providerId="ADAL" clId="{F5E2B69C-4677-40AF-8811-E55CF8A3AAC9}" dt="2026-05-31T13:16:28.429" v="1193" actId="14100"/>
          <ac:spMkLst>
            <pc:docMk/>
            <pc:sldMk cId="789009547" sldId="266"/>
            <ac:spMk id="8" creationId="{68EAE9C0-F16F-D358-50F9-CD877483DD77}"/>
          </ac:spMkLst>
        </pc:spChg>
        <pc:spChg chg="add mod">
          <ac:chgData name="Doelker, Fabio" userId="52dfd9dd-2e1a-43d3-bb7b-427aab44e6e9" providerId="ADAL" clId="{F5E2B69C-4677-40AF-8811-E55CF8A3AAC9}" dt="2026-05-31T13:18:13.704" v="1247" actId="1076"/>
          <ac:spMkLst>
            <pc:docMk/>
            <pc:sldMk cId="789009547" sldId="266"/>
            <ac:spMk id="9" creationId="{C583BC06-AE08-4EB0-AD1D-01AD12D4E1EF}"/>
          </ac:spMkLst>
        </pc:spChg>
        <pc:picChg chg="add mod modCrop">
          <ac:chgData name="Doelker, Fabio" userId="52dfd9dd-2e1a-43d3-bb7b-427aab44e6e9" providerId="ADAL" clId="{F5E2B69C-4677-40AF-8811-E55CF8A3AAC9}" dt="2026-05-30T21:39:57.070" v="297" actId="1076"/>
          <ac:picMkLst>
            <pc:docMk/>
            <pc:sldMk cId="789009547" sldId="266"/>
            <ac:picMk id="4" creationId="{5294C4F2-3A62-1B6B-C5B5-5AD39FE2CCEA}"/>
          </ac:picMkLst>
        </pc:picChg>
      </pc:sldChg>
      <pc:sldChg chg="addSp delSp modSp add mod ord">
        <pc:chgData name="Doelker, Fabio" userId="52dfd9dd-2e1a-43d3-bb7b-427aab44e6e9" providerId="ADAL" clId="{F5E2B69C-4677-40AF-8811-E55CF8A3AAC9}" dt="2026-05-31T13:18:20.141" v="1249" actId="1076"/>
        <pc:sldMkLst>
          <pc:docMk/>
          <pc:sldMk cId="209902413" sldId="267"/>
        </pc:sldMkLst>
        <pc:spChg chg="del mod">
          <ac:chgData name="Doelker, Fabio" userId="52dfd9dd-2e1a-43d3-bb7b-427aab44e6e9" providerId="ADAL" clId="{F5E2B69C-4677-40AF-8811-E55CF8A3AAC9}" dt="2026-05-31T13:14:36.289" v="1172" actId="478"/>
          <ac:spMkLst>
            <pc:docMk/>
            <pc:sldMk cId="209902413" sldId="267"/>
            <ac:spMk id="2" creationId="{6EA5FCBB-7729-7F53-BCC8-C74198B0E01F}"/>
          </ac:spMkLst>
        </pc:spChg>
        <pc:spChg chg="add del mod">
          <ac:chgData name="Doelker, Fabio" userId="52dfd9dd-2e1a-43d3-bb7b-427aab44e6e9" providerId="ADAL" clId="{F5E2B69C-4677-40AF-8811-E55CF8A3AAC9}" dt="2026-05-31T13:14:37.598" v="1173" actId="478"/>
          <ac:spMkLst>
            <pc:docMk/>
            <pc:sldMk cId="209902413" sldId="267"/>
            <ac:spMk id="4" creationId="{F9DB027E-20CC-F628-81BA-7FF99194378B}"/>
          </ac:spMkLst>
        </pc:spChg>
        <pc:spChg chg="add mod">
          <ac:chgData name="Doelker, Fabio" userId="52dfd9dd-2e1a-43d3-bb7b-427aab44e6e9" providerId="ADAL" clId="{F5E2B69C-4677-40AF-8811-E55CF8A3AAC9}" dt="2026-05-31T13:16:30.964" v="1194" actId="14100"/>
          <ac:spMkLst>
            <pc:docMk/>
            <pc:sldMk cId="209902413" sldId="267"/>
            <ac:spMk id="6" creationId="{2E64006E-8544-AEA5-E4BF-B922945F7AA1}"/>
          </ac:spMkLst>
        </pc:spChg>
        <pc:spChg chg="add mod">
          <ac:chgData name="Doelker, Fabio" userId="52dfd9dd-2e1a-43d3-bb7b-427aab44e6e9" providerId="ADAL" clId="{F5E2B69C-4677-40AF-8811-E55CF8A3AAC9}" dt="2026-05-31T13:18:20.141" v="1249" actId="1076"/>
          <ac:spMkLst>
            <pc:docMk/>
            <pc:sldMk cId="209902413" sldId="267"/>
            <ac:spMk id="7" creationId="{22A2E733-B764-69F8-8399-175D296F8F69}"/>
          </ac:spMkLst>
        </pc:spChg>
      </pc:sldChg>
      <pc:sldChg chg="addSp delSp modSp add mod ord modTransition modNotesTx">
        <pc:chgData name="Doelker, Fabio" userId="52dfd9dd-2e1a-43d3-bb7b-427aab44e6e9" providerId="ADAL" clId="{F5E2B69C-4677-40AF-8811-E55CF8A3AAC9}" dt="2026-05-31T19:55:09.999" v="2791" actId="20577"/>
        <pc:sldMkLst>
          <pc:docMk/>
          <pc:sldMk cId="1060399870" sldId="268"/>
        </pc:sldMkLst>
        <pc:spChg chg="del mod">
          <ac:chgData name="Doelker, Fabio" userId="52dfd9dd-2e1a-43d3-bb7b-427aab44e6e9" providerId="ADAL" clId="{F5E2B69C-4677-40AF-8811-E55CF8A3AAC9}" dt="2026-05-31T13:14:42.389" v="1175" actId="478"/>
          <ac:spMkLst>
            <pc:docMk/>
            <pc:sldMk cId="1060399870" sldId="268"/>
            <ac:spMk id="2" creationId="{B741E013-1AE7-759D-68CA-F08E9EC0B90A}"/>
          </ac:spMkLst>
        </pc:spChg>
        <pc:spChg chg="add del mod">
          <ac:chgData name="Doelker, Fabio" userId="52dfd9dd-2e1a-43d3-bb7b-427aab44e6e9" providerId="ADAL" clId="{F5E2B69C-4677-40AF-8811-E55CF8A3AAC9}" dt="2026-05-31T13:14:43.962" v="1176" actId="478"/>
          <ac:spMkLst>
            <pc:docMk/>
            <pc:sldMk cId="1060399870" sldId="268"/>
            <ac:spMk id="7" creationId="{D067747F-9CC8-8771-EF59-B4ED57FC83F6}"/>
          </ac:spMkLst>
        </pc:spChg>
        <pc:spChg chg="add mod">
          <ac:chgData name="Doelker, Fabio" userId="52dfd9dd-2e1a-43d3-bb7b-427aab44e6e9" providerId="ADAL" clId="{F5E2B69C-4677-40AF-8811-E55CF8A3AAC9}" dt="2026-05-31T13:16:33.634" v="1195" actId="14100"/>
          <ac:spMkLst>
            <pc:docMk/>
            <pc:sldMk cId="1060399870" sldId="268"/>
            <ac:spMk id="8" creationId="{0FAA9795-8DF4-745F-E782-96600D92F00B}"/>
          </ac:spMkLst>
        </pc:spChg>
        <pc:spChg chg="add mod">
          <ac:chgData name="Doelker, Fabio" userId="52dfd9dd-2e1a-43d3-bb7b-427aab44e6e9" providerId="ADAL" clId="{F5E2B69C-4677-40AF-8811-E55CF8A3AAC9}" dt="2026-05-31T13:20:16.384" v="1269" actId="1037"/>
          <ac:spMkLst>
            <pc:docMk/>
            <pc:sldMk cId="1060399870" sldId="268"/>
            <ac:spMk id="9" creationId="{A137C258-6CD9-CFF3-20E0-D1C0363747A8}"/>
          </ac:spMkLst>
        </pc:spChg>
        <pc:picChg chg="del">
          <ac:chgData name="Doelker, Fabio" userId="52dfd9dd-2e1a-43d3-bb7b-427aab44e6e9" providerId="ADAL" clId="{F5E2B69C-4677-40AF-8811-E55CF8A3AAC9}" dt="2026-05-30T21:40:20.029" v="304" actId="478"/>
          <ac:picMkLst>
            <pc:docMk/>
            <pc:sldMk cId="1060399870" sldId="268"/>
            <ac:picMk id="4" creationId="{D6090C4C-1F47-4FD6-FC91-3C059BF36430}"/>
          </ac:picMkLst>
        </pc:picChg>
        <pc:picChg chg="add mod modCrop">
          <ac:chgData name="Doelker, Fabio" userId="52dfd9dd-2e1a-43d3-bb7b-427aab44e6e9" providerId="ADAL" clId="{F5E2B69C-4677-40AF-8811-E55CF8A3AAC9}" dt="2026-05-30T21:40:58.080" v="315" actId="1076"/>
          <ac:picMkLst>
            <pc:docMk/>
            <pc:sldMk cId="1060399870" sldId="268"/>
            <ac:picMk id="6" creationId="{DF53DCAD-B6C3-B7E3-454B-E085FBD5D333}"/>
          </ac:picMkLst>
        </pc:picChg>
      </pc:sldChg>
      <pc:sldChg chg="addSp delSp modSp add mod ord">
        <pc:chgData name="Doelker, Fabio" userId="52dfd9dd-2e1a-43d3-bb7b-427aab44e6e9" providerId="ADAL" clId="{F5E2B69C-4677-40AF-8811-E55CF8A3AAC9}" dt="2026-05-31T13:18:31.538" v="1253" actId="1076"/>
        <pc:sldMkLst>
          <pc:docMk/>
          <pc:sldMk cId="2822353597" sldId="269"/>
        </pc:sldMkLst>
        <pc:spChg chg="del mod">
          <ac:chgData name="Doelker, Fabio" userId="52dfd9dd-2e1a-43d3-bb7b-427aab44e6e9" providerId="ADAL" clId="{F5E2B69C-4677-40AF-8811-E55CF8A3AAC9}" dt="2026-05-31T13:14:49.199" v="1178" actId="478"/>
          <ac:spMkLst>
            <pc:docMk/>
            <pc:sldMk cId="2822353597" sldId="269"/>
            <ac:spMk id="2" creationId="{4367B814-2453-1340-D6F1-77B499B55567}"/>
          </ac:spMkLst>
        </pc:spChg>
        <pc:spChg chg="add del mod">
          <ac:chgData name="Doelker, Fabio" userId="52dfd9dd-2e1a-43d3-bb7b-427aab44e6e9" providerId="ADAL" clId="{F5E2B69C-4677-40AF-8811-E55CF8A3AAC9}" dt="2026-05-31T13:14:50.544" v="1179" actId="478"/>
          <ac:spMkLst>
            <pc:docMk/>
            <pc:sldMk cId="2822353597" sldId="269"/>
            <ac:spMk id="4" creationId="{00A9335A-CD34-5B3D-75EF-9E204558CA59}"/>
          </ac:spMkLst>
        </pc:spChg>
        <pc:spChg chg="add mod">
          <ac:chgData name="Doelker, Fabio" userId="52dfd9dd-2e1a-43d3-bb7b-427aab44e6e9" providerId="ADAL" clId="{F5E2B69C-4677-40AF-8811-E55CF8A3AAC9}" dt="2026-05-31T13:16:37.024" v="1196" actId="14100"/>
          <ac:spMkLst>
            <pc:docMk/>
            <pc:sldMk cId="2822353597" sldId="269"/>
            <ac:spMk id="6" creationId="{3F582F71-3B44-EF3B-25BB-0400CE79BBD0}"/>
          </ac:spMkLst>
        </pc:spChg>
        <pc:spChg chg="add mod">
          <ac:chgData name="Doelker, Fabio" userId="52dfd9dd-2e1a-43d3-bb7b-427aab44e6e9" providerId="ADAL" clId="{F5E2B69C-4677-40AF-8811-E55CF8A3AAC9}" dt="2026-05-31T13:18:31.538" v="1253" actId="1076"/>
          <ac:spMkLst>
            <pc:docMk/>
            <pc:sldMk cId="2822353597" sldId="269"/>
            <ac:spMk id="7" creationId="{F8868E90-E13B-7004-B006-58C8FBD79FB1}"/>
          </ac:spMkLst>
        </pc:spChg>
      </pc:sldChg>
      <pc:sldChg chg="addSp delSp modSp add mod ord modTransition modNotesTx">
        <pc:chgData name="Doelker, Fabio" userId="52dfd9dd-2e1a-43d3-bb7b-427aab44e6e9" providerId="ADAL" clId="{F5E2B69C-4677-40AF-8811-E55CF8A3AAC9}" dt="2026-05-31T19:55:00.483" v="2790" actId="20577"/>
        <pc:sldMkLst>
          <pc:docMk/>
          <pc:sldMk cId="2410977368" sldId="270"/>
        </pc:sldMkLst>
        <pc:spChg chg="del mod">
          <ac:chgData name="Doelker, Fabio" userId="52dfd9dd-2e1a-43d3-bb7b-427aab44e6e9" providerId="ADAL" clId="{F5E2B69C-4677-40AF-8811-E55CF8A3AAC9}" dt="2026-05-31T13:14:56.592" v="1181" actId="478"/>
          <ac:spMkLst>
            <pc:docMk/>
            <pc:sldMk cId="2410977368" sldId="270"/>
            <ac:spMk id="2" creationId="{AB3DF69A-EA74-3B81-48D4-2F6F78B77E5B}"/>
          </ac:spMkLst>
        </pc:spChg>
        <pc:spChg chg="add del mod">
          <ac:chgData name="Doelker, Fabio" userId="52dfd9dd-2e1a-43d3-bb7b-427aab44e6e9" providerId="ADAL" clId="{F5E2B69C-4677-40AF-8811-E55CF8A3AAC9}" dt="2026-05-31T13:14:57.815" v="1182" actId="478"/>
          <ac:spMkLst>
            <pc:docMk/>
            <pc:sldMk cId="2410977368" sldId="270"/>
            <ac:spMk id="7" creationId="{5B8AC570-CEB7-B65B-44C5-1FD946D195C5}"/>
          </ac:spMkLst>
        </pc:spChg>
        <pc:spChg chg="add mod">
          <ac:chgData name="Doelker, Fabio" userId="52dfd9dd-2e1a-43d3-bb7b-427aab44e6e9" providerId="ADAL" clId="{F5E2B69C-4677-40AF-8811-E55CF8A3AAC9}" dt="2026-05-31T13:16:40.366" v="1197" actId="14100"/>
          <ac:spMkLst>
            <pc:docMk/>
            <pc:sldMk cId="2410977368" sldId="270"/>
            <ac:spMk id="8" creationId="{12D7F487-429E-30F3-6812-E2BAF197C6A6}"/>
          </ac:spMkLst>
        </pc:spChg>
        <pc:spChg chg="add mod">
          <ac:chgData name="Doelker, Fabio" userId="52dfd9dd-2e1a-43d3-bb7b-427aab44e6e9" providerId="ADAL" clId="{F5E2B69C-4677-40AF-8811-E55CF8A3AAC9}" dt="2026-05-31T13:18:37.390" v="1255" actId="1076"/>
          <ac:spMkLst>
            <pc:docMk/>
            <pc:sldMk cId="2410977368" sldId="270"/>
            <ac:spMk id="9" creationId="{3EA2B4E9-F0E0-38E1-C7EF-67F5AA0C75D0}"/>
          </ac:spMkLst>
        </pc:spChg>
        <pc:picChg chg="add mod modCrop">
          <ac:chgData name="Doelker, Fabio" userId="52dfd9dd-2e1a-43d3-bb7b-427aab44e6e9" providerId="ADAL" clId="{F5E2B69C-4677-40AF-8811-E55CF8A3AAC9}" dt="2026-05-30T21:41:30.303" v="327" actId="1076"/>
          <ac:picMkLst>
            <pc:docMk/>
            <pc:sldMk cId="2410977368" sldId="270"/>
            <ac:picMk id="4" creationId="{DBB5C621-0E91-125A-7C71-FEB7D147A882}"/>
          </ac:picMkLst>
        </pc:picChg>
        <pc:picChg chg="del">
          <ac:chgData name="Doelker, Fabio" userId="52dfd9dd-2e1a-43d3-bb7b-427aab44e6e9" providerId="ADAL" clId="{F5E2B69C-4677-40AF-8811-E55CF8A3AAC9}" dt="2026-05-30T21:41:16.830" v="322" actId="478"/>
          <ac:picMkLst>
            <pc:docMk/>
            <pc:sldMk cId="2410977368" sldId="270"/>
            <ac:picMk id="6" creationId="{E65FFD2D-CD85-70E5-E894-1269DC602FB6}"/>
          </ac:picMkLst>
        </pc:picChg>
      </pc:sldChg>
      <pc:sldChg chg="addSp modSp add mod modNotesTx">
        <pc:chgData name="Doelker, Fabio" userId="52dfd9dd-2e1a-43d3-bb7b-427aab44e6e9" providerId="ADAL" clId="{F5E2B69C-4677-40AF-8811-E55CF8A3AAC9}" dt="2026-05-31T19:54:48.349" v="2788" actId="20577"/>
        <pc:sldMkLst>
          <pc:docMk/>
          <pc:sldMk cId="4260010775" sldId="271"/>
        </pc:sldMkLst>
        <pc:spChg chg="add mod">
          <ac:chgData name="Doelker, Fabio" userId="52dfd9dd-2e1a-43d3-bb7b-427aab44e6e9" providerId="ADAL" clId="{F5E2B69C-4677-40AF-8811-E55CF8A3AAC9}" dt="2026-05-31T12:21:55.567" v="959"/>
          <ac:spMkLst>
            <pc:docMk/>
            <pc:sldMk cId="4260010775" sldId="271"/>
            <ac:spMk id="8" creationId="{0E3584C1-36B0-EE49-3D43-5B48703CF8B2}"/>
          </ac:spMkLst>
        </pc:spChg>
        <pc:spChg chg="add">
          <ac:chgData name="Doelker, Fabio" userId="52dfd9dd-2e1a-43d3-bb7b-427aab44e6e9" providerId="ADAL" clId="{F5E2B69C-4677-40AF-8811-E55CF8A3AAC9}" dt="2026-05-31T12:22:08.129" v="960"/>
          <ac:spMkLst>
            <pc:docMk/>
            <pc:sldMk cId="4260010775" sldId="271"/>
            <ac:spMk id="11" creationId="{2E2712DD-F5B6-B2D0-23AC-D48712BE73AD}"/>
          </ac:spMkLst>
        </pc:spChg>
        <pc:spChg chg="add mod">
          <ac:chgData name="Doelker, Fabio" userId="52dfd9dd-2e1a-43d3-bb7b-427aab44e6e9" providerId="ADAL" clId="{F5E2B69C-4677-40AF-8811-E55CF8A3AAC9}" dt="2026-05-31T12:23:17.956" v="971" actId="1582"/>
          <ac:spMkLst>
            <pc:docMk/>
            <pc:sldMk cId="4260010775" sldId="271"/>
            <ac:spMk id="14" creationId="{E6E7E65E-4E64-8D9A-80BF-006A210D3A08}"/>
          </ac:spMkLst>
        </pc:spChg>
        <pc:spChg chg="add mod">
          <ac:chgData name="Doelker, Fabio" userId="52dfd9dd-2e1a-43d3-bb7b-427aab44e6e9" providerId="ADAL" clId="{F5E2B69C-4677-40AF-8811-E55CF8A3AAC9}" dt="2026-05-31T12:23:52.695" v="981" actId="1076"/>
          <ac:spMkLst>
            <pc:docMk/>
            <pc:sldMk cId="4260010775" sldId="271"/>
            <ac:spMk id="18" creationId="{9DFC3F63-F781-393F-D069-2A9D8A204021}"/>
          </ac:spMkLst>
        </pc:spChg>
        <pc:picChg chg="add mod">
          <ac:chgData name="Doelker, Fabio" userId="52dfd9dd-2e1a-43d3-bb7b-427aab44e6e9" providerId="ADAL" clId="{F5E2B69C-4677-40AF-8811-E55CF8A3AAC9}" dt="2026-05-31T12:23:02.516" v="967" actId="34135"/>
          <ac:picMkLst>
            <pc:docMk/>
            <pc:sldMk cId="4260010775" sldId="271"/>
            <ac:picMk id="13" creationId="{4993F094-2421-71AC-4DD2-44B1AD6E51F2}"/>
          </ac:picMkLst>
        </pc:picChg>
        <pc:cxnChg chg="add mod">
          <ac:chgData name="Doelker, Fabio" userId="52dfd9dd-2e1a-43d3-bb7b-427aab44e6e9" providerId="ADAL" clId="{F5E2B69C-4677-40AF-8811-E55CF8A3AAC9}" dt="2026-05-31T12:23:35.773" v="975" actId="14100"/>
          <ac:cxnSpMkLst>
            <pc:docMk/>
            <pc:sldMk cId="4260010775" sldId="271"/>
            <ac:cxnSpMk id="16" creationId="{DC7C67AE-A59E-7C5F-8A81-EDDFE41200FA}"/>
          </ac:cxnSpMkLst>
        </pc:cxnChg>
        <pc:cxnChg chg="add mod">
          <ac:chgData name="Doelker, Fabio" userId="52dfd9dd-2e1a-43d3-bb7b-427aab44e6e9" providerId="ADAL" clId="{F5E2B69C-4677-40AF-8811-E55CF8A3AAC9}" dt="2026-05-31T12:23:58.234" v="983" actId="14100"/>
          <ac:cxnSpMkLst>
            <pc:docMk/>
            <pc:sldMk cId="4260010775" sldId="271"/>
            <ac:cxnSpMk id="19" creationId="{50AE8C7A-C643-9735-60D5-DA1EFDCFA369}"/>
          </ac:cxnSpMkLst>
        </pc:cxnChg>
      </pc:sldChg>
      <pc:sldChg chg="modSp add mod setBg">
        <pc:chgData name="Doelker, Fabio" userId="52dfd9dd-2e1a-43d3-bb7b-427aab44e6e9" providerId="ADAL" clId="{F5E2B69C-4677-40AF-8811-E55CF8A3AAC9}" dt="2026-05-31T13:20:25.672" v="1270" actId="1076"/>
        <pc:sldMkLst>
          <pc:docMk/>
          <pc:sldMk cId="0" sldId="272"/>
        </pc:sldMkLst>
        <pc:spChg chg="mod">
          <ac:chgData name="Doelker, Fabio" userId="52dfd9dd-2e1a-43d3-bb7b-427aab44e6e9" providerId="ADAL" clId="{F5E2B69C-4677-40AF-8811-E55CF8A3AAC9}" dt="2026-05-31T13:16:07.379" v="1190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20:25.672" v="1270" actId="1076"/>
          <ac:spMkLst>
            <pc:docMk/>
            <pc:sldMk cId="0" sldId="272"/>
            <ac:spMk id="3" creationId="{00000000-0000-0000-0000-000000000000}"/>
          </ac:spMkLst>
        </pc:spChg>
      </pc:sldChg>
      <pc:sldChg chg="modSp add mod setBg">
        <pc:chgData name="Doelker, Fabio" userId="52dfd9dd-2e1a-43d3-bb7b-427aab44e6e9" providerId="ADAL" clId="{F5E2B69C-4677-40AF-8811-E55CF8A3AAC9}" dt="2026-05-31T13:20:33.029" v="1273" actId="1076"/>
        <pc:sldMkLst>
          <pc:docMk/>
          <pc:sldMk cId="0" sldId="273"/>
        </pc:sldMkLst>
        <pc:spChg chg="mod">
          <ac:chgData name="Doelker, Fabio" userId="52dfd9dd-2e1a-43d3-bb7b-427aab44e6e9" providerId="ADAL" clId="{F5E2B69C-4677-40AF-8811-E55CF8A3AAC9}" dt="2026-05-31T13:20:29.523" v="1272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20:33.029" v="1273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Doelker, Fabio" userId="52dfd9dd-2e1a-43d3-bb7b-427aab44e6e9" providerId="ADAL" clId="{F5E2B69C-4677-40AF-8811-E55CF8A3AAC9}" dt="2026-05-31T13:09:28.736" v="1102" actId="2085"/>
          <ac:spMkLst>
            <pc:docMk/>
            <pc:sldMk cId="0" sldId="273"/>
            <ac:spMk id="5" creationId="{00000000-0000-0000-0000-000000000000}"/>
          </ac:spMkLst>
        </pc:spChg>
      </pc:sldChg>
      <pc:sldChg chg="modSp add mod">
        <pc:chgData name="Doelker, Fabio" userId="52dfd9dd-2e1a-43d3-bb7b-427aab44e6e9" providerId="ADAL" clId="{F5E2B69C-4677-40AF-8811-E55CF8A3AAC9}" dt="2026-05-31T13:17:51.568" v="1242" actId="255"/>
        <pc:sldMkLst>
          <pc:docMk/>
          <pc:sldMk cId="0" sldId="274"/>
        </pc:sldMkLst>
        <pc:spChg chg="mod">
          <ac:chgData name="Doelker, Fabio" userId="52dfd9dd-2e1a-43d3-bb7b-427aab44e6e9" providerId="ADAL" clId="{F5E2B69C-4677-40AF-8811-E55CF8A3AAC9}" dt="2026-05-31T13:17:51.568" v="1242" actId="255"/>
          <ac:spMkLst>
            <pc:docMk/>
            <pc:sldMk cId="0" sldId="274"/>
            <ac:spMk id="3" creationId="{00000000-0000-0000-0000-000000000000}"/>
          </ac:spMkLst>
        </pc:spChg>
      </pc:sldChg>
      <pc:sldChg chg="modSp add mod">
        <pc:chgData name="Doelker, Fabio" userId="52dfd9dd-2e1a-43d3-bb7b-427aab44e6e9" providerId="ADAL" clId="{F5E2B69C-4677-40AF-8811-E55CF8A3AAC9}" dt="2026-05-31T13:17:54.993" v="1243" actId="255"/>
        <pc:sldMkLst>
          <pc:docMk/>
          <pc:sldMk cId="0" sldId="275"/>
        </pc:sldMkLst>
        <pc:spChg chg="mod">
          <ac:chgData name="Doelker, Fabio" userId="52dfd9dd-2e1a-43d3-bb7b-427aab44e6e9" providerId="ADAL" clId="{F5E2B69C-4677-40AF-8811-E55CF8A3AAC9}" dt="2026-05-31T13:17:54.993" v="1243" actId="255"/>
          <ac:spMkLst>
            <pc:docMk/>
            <pc:sldMk cId="0" sldId="275"/>
            <ac:spMk id="3" creationId="{00000000-0000-0000-0000-000000000000}"/>
          </ac:spMkLst>
        </pc:spChg>
      </pc:sldChg>
      <pc:sldChg chg="add del setBg">
        <pc:chgData name="Doelker, Fabio" userId="52dfd9dd-2e1a-43d3-bb7b-427aab44e6e9" providerId="ADAL" clId="{F5E2B69C-4677-40AF-8811-E55CF8A3AAC9}" dt="2026-05-31T13:10:51.310" v="1111" actId="47"/>
        <pc:sldMkLst>
          <pc:docMk/>
          <pc:sldMk cId="0" sldId="276"/>
        </pc:sldMkLst>
      </pc:sldChg>
    </pc:docChg>
  </pc:docChgLst>
  <pc:docChgLst>
    <pc:chgData name="kocijan.justin" userId="S::kocijan.justin_gmx.de#ext#@kernliebers.onmicrosoft.com::547cbf48-317b-43f1-a0c6-9d6a5c59dfab" providerId="AD" clId="Web-{6554A1D0-FCF3-4BB8-7E2E-5290A14E9DDF}"/>
    <pc:docChg chg="delSld">
      <pc:chgData name="kocijan.justin" userId="S::kocijan.justin_gmx.de#ext#@kernliebers.onmicrosoft.com::547cbf48-317b-43f1-a0c6-9d6a5c59dfab" providerId="AD" clId="Web-{6554A1D0-FCF3-4BB8-7E2E-5290A14E9DDF}" dt="2026-05-31T11:34:52.183" v="0"/>
      <pc:docMkLst>
        <pc:docMk/>
      </pc:docMkLst>
      <pc:sldChg chg="del">
        <pc:chgData name="kocijan.justin" userId="S::kocijan.justin_gmx.de#ext#@kernliebers.onmicrosoft.com::547cbf48-317b-43f1-a0c6-9d6a5c59dfab" providerId="AD" clId="Web-{6554A1D0-FCF3-4BB8-7E2E-5290A14E9DDF}" dt="2026-05-31T11:34:52.183" v="0"/>
        <pc:sldMkLst>
          <pc:docMk/>
          <pc:sldMk cId="18704698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06FE2-D283-40F6-A108-6C2A1050C65F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18F65-1AB9-40CC-92E7-D51D4CDEAB2A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395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4900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8BEE-E649-5DE7-9666-3063904F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EF96DC-82EB-251F-E35F-93B64DBD4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75AEF2-5831-A070-D0A8-AE673C35E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A1453D-E223-6EAF-C911-E5FC51879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1218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4F82-2D4B-DA90-5771-3B563AC0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329A53-B01B-A842-0E56-38285D798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2446F0-7A71-A856-6E32-0817588D7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Fabio: Architekturdiagramm erklären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A16CF2-AE50-EABE-5717-8AE554916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83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C381-0465-44D3-D739-6CDF156F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269C35-DA61-2771-A21C-9FCE19688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22A173-D5F4-FA3A-9771-17967F36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31F5AA-3401-D8FB-5F42-E40D9DCDD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0915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1C7A-F3D7-7BBD-D921-B27E3CB6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DA5A787-2EAD-563F-6906-36F9D25B4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FBAFF0-030E-3F97-C0D0-C472ADE3C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Fabio: Architekturdiagramm erklären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713B3-BF49-B0E7-1021-7C2E3AE1A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576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B793-5955-F332-1A2C-D56ED9FD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609E92-AC66-AC17-C275-D10F64690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C611C1-C472-D237-9920-051B6F6A1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2F06BB-0B50-A538-5C58-320CCE35F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2023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Carlos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6010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8919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FEDE-06D4-7669-B123-35E6CFFC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7E4BC6-E52E-8DF7-B726-39E791EA5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A9F194-7A7B-F9CB-91B7-56DA27A6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27507F-2F6E-70EE-12C6-6B7CE47E1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18F65-1AB9-40CC-92E7-D51D4CDEAB2A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191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BB991-91AA-6DE5-9654-D02D97353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CC20CF-5B8A-5372-0FB2-D49CBB721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68F6-9E3E-3D6D-3050-ACA0B8FE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ABC8DE-2B2A-0814-FEC2-91BB02AE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E4FB74-5AA7-E11F-83E9-BEB98524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648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8DC92-0259-6D6F-3AB0-D4872AFB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6DFA7B-8119-3D2C-F6F4-D60AD8EE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52DDD-7346-CF25-78E1-091AA9B5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A0AFB-08DE-61D3-F797-E73E2DA1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5FCB04-93E8-9FED-38D0-144C4952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429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A244A-E60B-E56F-AD8C-5D931895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7D730C-8078-4F62-F515-66A59DF1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2B4C21-3C59-C44A-ACD6-CDC48DB3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3617AF-CAF3-7225-1DB0-E7684262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F1CA7C-B152-5509-A20E-08BB669A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787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91BDD-5DEB-806E-5746-8FC8E05D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18F0C-77C6-B1D9-E80A-E17364159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513B77-2E41-6E95-7BB1-D5A8FF7FE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F8B65B-906D-7C33-6F10-6B94DEBD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FB5DCF-B7E3-BF8B-B2FD-6DF0B1DF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472064-9EB1-71AB-C127-C1B49EC8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371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5AAD5-363D-2B84-6BCB-C2899235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C4694A-110B-7905-52DF-033CC46F3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2FEDB4-3681-BD74-7672-D99DEAA02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5EECCB-682A-BD3C-37B7-2EE0F6E76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53CE03-CE66-C960-E41B-6D3488A17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F81C1E-E2CA-0138-A93A-B60016E2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E98183-0A7A-F40D-C085-38E7414F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266670-4BAF-8B8D-5999-F99BB613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313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8F74DB-3455-9380-E567-ED9588CB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85AE94D-8C76-B4AF-63E1-5CCD4685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167B51-B9D7-8AFE-B414-A70AA7C4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34457B-18B1-A356-CB01-B93E23C4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273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555FD1-1CBE-E533-D2D5-2C51BAF0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7F29BE-BE9D-BC89-5C59-7C36AAF7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6DCA6E-BF5A-4DF3-B59C-4F85F9C7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301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B03BA1-ABA9-5A2B-38EC-3C92A8FF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91DA9C-1057-4A78-C52F-29C065700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D4ECA1-D3EE-9836-D721-051E3CB69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9ED94D-5D69-72B3-1CBE-0B51F904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5EB7B9-6D79-5846-159A-004B1209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CA2D1C-F361-8E62-39F4-C31AB1D4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448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3A0BC2-4CB0-5088-5768-1E982757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9F2010D-A5FB-D69B-F5E0-489401027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ACCEAF-A670-1DEB-9E6D-CC6B498DA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6C8B72-6DFF-C3A1-1BD7-0B578B8D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22A5DE-5420-6091-A3BD-62BA1CBC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E4903B-C7F0-6FA6-70AE-C36829C3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427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17B5B-1ED3-A937-BA5A-31B36565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073DAB-E9B3-AE5E-E7D0-19645416B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404D4E-3EB1-128E-8425-A61A9F78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9C2747-D92A-0D50-4BF1-EF1C04E3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C4F248-E252-B8F6-D190-E646E25F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190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D2630B-354F-E62A-C90F-5891F6954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E169A5-107F-3F1A-F430-7983AFD25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FEA3D-8AFA-696C-9FD6-F66E05DC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143F66-1D84-ACEA-29F5-2FBCCE22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F25C4A-9D0F-F5F1-24A5-1F14B4DA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1809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01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945E52-75EF-768A-27EF-38D7C076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8E88D9-B039-1C34-16B2-0A467E83F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FAB951-511F-96ED-84CC-3C423BC55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8DA36-76B6-4720-86EF-96A480BABB82}" type="datetimeFigureOut">
              <a:rPr lang="LID4096" smtClean="0"/>
              <a:t>05/31/2026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72362B-0DEB-2E08-7CBA-F87EA3F94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C4AAC-E7BC-D5E3-4613-E45219232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5CC1F-117F-4E06-942F-C053CC82BA3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193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eranstaltungen anmelden: So wird's gemacht – Ratgeber Magazin | Tipps von  KennstDuEinen.de">
            <a:extLst>
              <a:ext uri="{FF2B5EF4-FFF2-40B4-BE49-F238E27FC236}">
                <a16:creationId xmlns:a16="http://schemas.microsoft.com/office/drawing/2014/main" id="{B974AB23-3E44-5F86-86B1-6772910E0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9" r="8649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EBDDD0D-B79F-79FE-044E-0FA64ACB4771}"/>
              </a:ext>
            </a:extLst>
          </p:cNvPr>
          <p:cNvSpPr/>
          <p:nvPr/>
        </p:nvSpPr>
        <p:spPr>
          <a:xfrm>
            <a:off x="2057400" y="1962150"/>
            <a:ext cx="8248650" cy="866775"/>
          </a:xfrm>
          <a:prstGeom prst="rect">
            <a:avLst/>
          </a:prstGeom>
          <a:solidFill>
            <a:srgbClr val="40404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F31F3-AFAB-B22C-8E0D-466F2FA5D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099" y="761999"/>
            <a:ext cx="11515725" cy="200902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rgbClr val="FFFFFF"/>
                </a:solidFill>
              </a:rPr>
              <a:t>Veranstaltungs-/Anmeldesystem</a:t>
            </a:r>
            <a:endParaRPr lang="LID4096" sz="4000" b="1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C02CAD-BB6F-3C91-AE04-746816595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338" y="6172200"/>
            <a:ext cx="11729485" cy="472998"/>
          </a:xfrm>
        </p:spPr>
        <p:txBody>
          <a:bodyPr>
            <a:normAutofit/>
          </a:bodyPr>
          <a:lstStyle/>
          <a:p>
            <a:pPr algn="l"/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Dogan </a:t>
            </a:r>
            <a:r>
              <a:rPr lang="de-DE" sz="18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Akcicek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·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de-DE" sz="18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Dölker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·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Justin Kocijan </a:t>
            </a:r>
            <a:r>
              <a:rPr lang="en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·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de-DE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Carlos David Spiller Segura			         WI24 - B</a:t>
            </a:r>
            <a:endParaRPr lang="LID4096" sz="1800" dirty="0">
              <a:solidFill>
                <a:schemeClr val="bg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876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600" y="15240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"Wer kennt das nicht?"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536448" y="2365248"/>
            <a:ext cx="3413760" cy="3535680"/>
          </a:xfrm>
          <a:prstGeom prst="rect">
            <a:avLst/>
          </a:prstGeom>
          <a:solidFill>
            <a:srgbClr val="BBCCDD">
              <a:alpha val="40000"/>
            </a:srgbClr>
          </a:solidFill>
          <a:ln w="12700">
            <a:solidFill>
              <a:srgbClr val="BBCC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Shape 4"/>
          <p:cNvSpPr/>
          <p:nvPr/>
        </p:nvSpPr>
        <p:spPr>
          <a:xfrm>
            <a:off x="487680" y="2316480"/>
            <a:ext cx="3413760" cy="3535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Shape 5"/>
          <p:cNvSpPr/>
          <p:nvPr/>
        </p:nvSpPr>
        <p:spPr>
          <a:xfrm>
            <a:off x="487680" y="2316480"/>
            <a:ext cx="3413760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84704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7680" y="347472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WhatsApp-Chaos</a:t>
            </a:r>
            <a:endParaRPr lang="en-US" sz="1867" dirty="0"/>
          </a:p>
        </p:txBody>
      </p:sp>
      <p:sp>
        <p:nvSpPr>
          <p:cNvPr id="10" name="Text 7"/>
          <p:cNvSpPr/>
          <p:nvPr/>
        </p:nvSpPr>
        <p:spPr>
          <a:xfrm>
            <a:off x="670560" y="4023360"/>
            <a:ext cx="304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Koordination über Messenger &amp; Gruppen – unübersichtlich und nicht skalierbar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15968" y="2365248"/>
            <a:ext cx="3413760" cy="3535680"/>
          </a:xfrm>
          <a:prstGeom prst="rect">
            <a:avLst/>
          </a:prstGeom>
          <a:solidFill>
            <a:srgbClr val="BBCCDD">
              <a:alpha val="40000"/>
            </a:srgbClr>
          </a:solidFill>
          <a:ln w="12700">
            <a:solidFill>
              <a:srgbClr val="BBCC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Shape 9"/>
          <p:cNvSpPr/>
          <p:nvPr/>
        </p:nvSpPr>
        <p:spPr>
          <a:xfrm>
            <a:off x="4267200" y="2316480"/>
            <a:ext cx="3413760" cy="3535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3" name="Shape 10"/>
          <p:cNvSpPr/>
          <p:nvPr/>
        </p:nvSpPr>
        <p:spPr>
          <a:xfrm>
            <a:off x="4267200" y="2316480"/>
            <a:ext cx="3413760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20" y="2584704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67200" y="347472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Excel-Listen</a:t>
            </a:r>
            <a:endParaRPr lang="en-US" sz="1867" dirty="0"/>
          </a:p>
        </p:txBody>
      </p:sp>
      <p:sp>
        <p:nvSpPr>
          <p:cNvPr id="16" name="Text 12"/>
          <p:cNvSpPr/>
          <p:nvPr/>
        </p:nvSpPr>
        <p:spPr>
          <a:xfrm>
            <a:off x="4450080" y="4023360"/>
            <a:ext cx="304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Tabellen sind fehleranfällig und bieten keine Echtzeitinformation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95488" y="2365248"/>
            <a:ext cx="3413760" cy="3535680"/>
          </a:xfrm>
          <a:prstGeom prst="rect">
            <a:avLst/>
          </a:prstGeom>
          <a:solidFill>
            <a:srgbClr val="BBCCDD">
              <a:alpha val="40000"/>
            </a:srgbClr>
          </a:solidFill>
          <a:ln w="12700">
            <a:solidFill>
              <a:srgbClr val="BBCC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8" name="Shape 14"/>
          <p:cNvSpPr/>
          <p:nvPr/>
        </p:nvSpPr>
        <p:spPr>
          <a:xfrm>
            <a:off x="8046720" y="2316480"/>
            <a:ext cx="3413760" cy="3535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9" name="Shape 15"/>
          <p:cNvSpPr/>
          <p:nvPr/>
        </p:nvSpPr>
        <p:spPr>
          <a:xfrm>
            <a:off x="8046720" y="2316480"/>
            <a:ext cx="3413760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840" y="2584704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347472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</a:t>
            </a:r>
            <a:endParaRPr lang="en-US" sz="1867" dirty="0"/>
          </a:p>
        </p:txBody>
      </p:sp>
      <p:sp>
        <p:nvSpPr>
          <p:cNvPr id="22" name="Text 17"/>
          <p:cNvSpPr/>
          <p:nvPr/>
        </p:nvSpPr>
        <p:spPr>
          <a:xfrm>
            <a:off x="8229600" y="4023360"/>
            <a:ext cx="3048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angemeldet? Ist das Event voll? Niemand weiß es genau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1569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Unprofessionell, fehleranfällig und frustrierend für alle Beteiligten.</a:t>
            </a:r>
            <a:endParaRPr lang="en-US" sz="1733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 – Was kann die App?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26720" y="1463040"/>
            <a:ext cx="51206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426720" y="1463040"/>
            <a:ext cx="5120640" cy="54864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Text 4"/>
          <p:cNvSpPr/>
          <p:nvPr/>
        </p:nvSpPr>
        <p:spPr>
          <a:xfrm>
            <a:off x="42672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Organisatoren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670560" y="2133600"/>
            <a:ext cx="4693920" cy="377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erstellen (Titel, Datum, Ort)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 &amp; max. Teilnehmerzahl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bearbeiten und verwalten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aller eigenen Events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644640" y="1463040"/>
            <a:ext cx="51206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9" name="Shape 7"/>
          <p:cNvSpPr/>
          <p:nvPr/>
        </p:nvSpPr>
        <p:spPr>
          <a:xfrm>
            <a:off x="6644640" y="1463040"/>
            <a:ext cx="51206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0" name="Text 8"/>
          <p:cNvSpPr/>
          <p:nvPr/>
        </p:nvSpPr>
        <p:spPr>
          <a:xfrm>
            <a:off x="664464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Teilnehmer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6888480" y="2133600"/>
            <a:ext cx="4693920" cy="377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durchsuchen &amp; entdecken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Anmeldung per Klick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Event-Übersicht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Vollständigkeitsanzeige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5632704" y="3291840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3" name="Text 11"/>
          <p:cNvSpPr/>
          <p:nvPr/>
        </p:nvSpPr>
        <p:spPr>
          <a:xfrm>
            <a:off x="5632704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609600" y="62179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an einem Ort – übersichtlich, sicher und ohne Zettelwirtschaft.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609600" y="20726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&amp; Technik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15824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im Hintergrund passiert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5242560" cy="2072640"/>
          </a:xfrm>
          <a:prstGeom prst="rect">
            <a:avLst/>
          </a:prstGeom>
          <a:solidFill>
            <a:srgbClr val="384E80"/>
          </a:solidFill>
          <a:ln w="9525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121920" cy="207264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2560320"/>
            <a:ext cx="670560" cy="67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9216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Passwort-Hashing</a:t>
            </a:r>
            <a:endParaRPr lang="en-US" sz="1733" dirty="0"/>
          </a:p>
        </p:txBody>
      </p:sp>
      <p:sp>
        <p:nvSpPr>
          <p:cNvPr id="9" name="Text 6"/>
          <p:cNvSpPr/>
          <p:nvPr/>
        </p:nvSpPr>
        <p:spPr>
          <a:xfrm>
            <a:off x="1645920" y="2621280"/>
            <a:ext cx="39014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Passwörter werden niemals im Klartext gespeichert – nur als sicherer Hash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6217920" y="1889760"/>
            <a:ext cx="5242560" cy="2072640"/>
          </a:xfrm>
          <a:prstGeom prst="rect">
            <a:avLst/>
          </a:prstGeom>
          <a:solidFill>
            <a:srgbClr val="384E80"/>
          </a:solidFill>
          <a:ln w="9525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1" name="Shape 8"/>
          <p:cNvSpPr/>
          <p:nvPr/>
        </p:nvSpPr>
        <p:spPr>
          <a:xfrm>
            <a:off x="6217920" y="1889760"/>
            <a:ext cx="121920" cy="207264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0" y="2560320"/>
            <a:ext cx="670560" cy="67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6160" y="2109216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 DB-Abfragen</a:t>
            </a:r>
            <a:endParaRPr lang="en-US" sz="1733" dirty="0"/>
          </a:p>
        </p:txBody>
      </p:sp>
      <p:sp>
        <p:nvSpPr>
          <p:cNvPr id="14" name="Text 10"/>
          <p:cNvSpPr/>
          <p:nvPr/>
        </p:nvSpPr>
        <p:spPr>
          <a:xfrm>
            <a:off x="7376160" y="2621280"/>
            <a:ext cx="39014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 vor SQL-Injection und anderen datenbankbezogenen Angriffen</a:t>
            </a:r>
            <a:endParaRPr lang="en-US" sz="1467" dirty="0"/>
          </a:p>
        </p:txBody>
      </p:sp>
      <p:sp>
        <p:nvSpPr>
          <p:cNvPr id="15" name="Shape 11"/>
          <p:cNvSpPr/>
          <p:nvPr/>
        </p:nvSpPr>
        <p:spPr>
          <a:xfrm>
            <a:off x="487680" y="4267200"/>
            <a:ext cx="5242560" cy="2072640"/>
          </a:xfrm>
          <a:prstGeom prst="rect">
            <a:avLst/>
          </a:prstGeom>
          <a:solidFill>
            <a:srgbClr val="384E80"/>
          </a:solidFill>
          <a:ln w="9525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6" name="Shape 12"/>
          <p:cNvSpPr/>
          <p:nvPr/>
        </p:nvSpPr>
        <p:spPr>
          <a:xfrm>
            <a:off x="487680" y="4267200"/>
            <a:ext cx="121920" cy="207264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" y="4937760"/>
            <a:ext cx="670560" cy="6705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86656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Rollenbasierte Zugriffskontrolle</a:t>
            </a:r>
            <a:endParaRPr lang="en-US" sz="1733" dirty="0"/>
          </a:p>
        </p:txBody>
      </p:sp>
      <p:sp>
        <p:nvSpPr>
          <p:cNvPr id="19" name="Text 14"/>
          <p:cNvSpPr/>
          <p:nvPr/>
        </p:nvSpPr>
        <p:spPr>
          <a:xfrm>
            <a:off x="1645920" y="4998720"/>
            <a:ext cx="39014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 und Organisatoren haben klar getrennte Berechtigungen</a:t>
            </a:r>
            <a:endParaRPr lang="en-US" sz="1467" dirty="0"/>
          </a:p>
        </p:txBody>
      </p:sp>
      <p:sp>
        <p:nvSpPr>
          <p:cNvPr id="20" name="Shape 15"/>
          <p:cNvSpPr/>
          <p:nvPr/>
        </p:nvSpPr>
        <p:spPr>
          <a:xfrm>
            <a:off x="6217920" y="4267200"/>
            <a:ext cx="5242560" cy="2072640"/>
          </a:xfrm>
          <a:prstGeom prst="rect">
            <a:avLst/>
          </a:prstGeom>
          <a:solidFill>
            <a:srgbClr val="384E80"/>
          </a:solidFill>
          <a:ln w="9525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1" name="Shape 16"/>
          <p:cNvSpPr/>
          <p:nvPr/>
        </p:nvSpPr>
        <p:spPr>
          <a:xfrm>
            <a:off x="6217920" y="4267200"/>
            <a:ext cx="121920" cy="207264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720" y="4937760"/>
            <a:ext cx="670560" cy="6705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6160" y="4486656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Kapazitätsmanagement</a:t>
            </a:r>
            <a:endParaRPr lang="en-US" sz="1733" dirty="0"/>
          </a:p>
        </p:txBody>
      </p:sp>
      <p:sp>
        <p:nvSpPr>
          <p:cNvPr id="24" name="Text 18"/>
          <p:cNvSpPr/>
          <p:nvPr/>
        </p:nvSpPr>
        <p:spPr>
          <a:xfrm>
            <a:off x="7376160" y="4998720"/>
            <a:ext cx="39014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Prüfung der max. Teilnehmerzahl – keine Überbuchung möglich</a:t>
            </a:r>
            <a:endParaRPr lang="en-US" sz="1467" dirty="0"/>
          </a:p>
        </p:txBody>
      </p:sp>
      <p:sp>
        <p:nvSpPr>
          <p:cNvPr id="25" name="Shape 19"/>
          <p:cNvSpPr/>
          <p:nvPr/>
        </p:nvSpPr>
        <p:spPr>
          <a:xfrm>
            <a:off x="0" y="6364224"/>
            <a:ext cx="12192000" cy="487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6" name="Text 20"/>
          <p:cNvSpPr/>
          <p:nvPr/>
        </p:nvSpPr>
        <p:spPr>
          <a:xfrm>
            <a:off x="365760" y="6388608"/>
            <a:ext cx="11460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Nutzerdaten sind geschützt – und jeder greift nur auf das zu, was ihm erlaubt ist.</a:t>
            </a:r>
            <a:endParaRPr lang="en-US"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121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64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64480" cy="85344"/>
          </a:xfrm>
          <a:prstGeom prst="rect">
            <a:avLst/>
          </a:prstGeom>
          <a:solidFill>
            <a:srgbClr val="1EB4D4"/>
          </a:solidFill>
          <a:ln w="12700">
            <a:solidFill>
              <a:srgbClr val="1EB4D4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1120" y="1463040"/>
            <a:ext cx="414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HTML &amp; CSS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609600" y="2231136"/>
            <a:ext cx="487680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Klassisches HTML &amp; CSS </a:t>
            </a:r>
          </a:p>
          <a:p>
            <a:pPr marL="457189" indent="-457189">
              <a:buSzPct val="100000"/>
              <a:buChar char="•"/>
            </a:pPr>
            <a:r>
              <a:rPr lang="en-US" sz="1600" dirty="0" err="1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schlankes, wartbares Frontend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61760" y="1280160"/>
            <a:ext cx="5364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10" name="Shape 7"/>
          <p:cNvSpPr/>
          <p:nvPr/>
        </p:nvSpPr>
        <p:spPr>
          <a:xfrm>
            <a:off x="6461760" y="1280160"/>
            <a:ext cx="5364480" cy="85344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63040"/>
            <a:ext cx="67056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9040" y="1463040"/>
            <a:ext cx="414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PHP (Objektorientiert)</a:t>
            </a:r>
            <a:endParaRPr lang="en-US" sz="1867" dirty="0"/>
          </a:p>
        </p:txBody>
      </p:sp>
      <p:sp>
        <p:nvSpPr>
          <p:cNvPr id="13" name="Text 9"/>
          <p:cNvSpPr/>
          <p:nvPr/>
        </p:nvSpPr>
        <p:spPr>
          <a:xfrm>
            <a:off x="6705600" y="2231136"/>
            <a:ext cx="487680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Serverseitig: Code läuft auf dem Server, Nutzer sieht fertiges HTML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 err="1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Bewährte</a:t>
            </a: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 – gut dokumentiert &amp; praxiserprobt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9600" y="636422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Bewusst ohne Framework – Fokus auf Backend-Architektur und saubere Strukturierung.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121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 – MySQL &amp; PDO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48640" y="13411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548640" y="1341120"/>
            <a:ext cx="3291840" cy="8534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" y="1584960"/>
            <a:ext cx="670560" cy="67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0560" y="2414016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731520" y="3072384"/>
            <a:ext cx="292608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33"/>
              </a:spcAft>
            </a:pPr>
            <a:r>
              <a:rPr lang="en-US" sz="1533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Relationales Datenbanksystem – Daten in Tabellen, verbunden über Fremdschlüssel. Stabil, weit verbreitet und gut mit PHP integrierbar.</a:t>
            </a:r>
            <a:endParaRPr lang="en-US" sz="1533" dirty="0"/>
          </a:p>
        </p:txBody>
      </p:sp>
      <p:sp>
        <p:nvSpPr>
          <p:cNvPr id="9" name="Shape 6"/>
          <p:cNvSpPr/>
          <p:nvPr/>
        </p:nvSpPr>
        <p:spPr>
          <a:xfrm>
            <a:off x="4145280" y="13411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10" name="Shape 7"/>
          <p:cNvSpPr/>
          <p:nvPr/>
        </p:nvSpPr>
        <p:spPr>
          <a:xfrm>
            <a:off x="4145280" y="1341120"/>
            <a:ext cx="3291840" cy="8534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584960"/>
            <a:ext cx="670560" cy="670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67200" y="2414016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– PHP Data Objects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4328160" y="3072384"/>
            <a:ext cx="292608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33"/>
              </a:spcAft>
            </a:pPr>
            <a:r>
              <a:rPr lang="en-US" sz="1533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Einheitliche Datenbankschnittstelle in PHP. Ermöglicht den konsistenten Zugriff auf MySQL – unabhängig vom Datenbanktreiber.</a:t>
            </a:r>
            <a:endParaRPr lang="en-US" sz="1533" dirty="0"/>
          </a:p>
        </p:txBody>
      </p:sp>
      <p:sp>
        <p:nvSpPr>
          <p:cNvPr id="14" name="Shape 10"/>
          <p:cNvSpPr/>
          <p:nvPr/>
        </p:nvSpPr>
        <p:spPr>
          <a:xfrm>
            <a:off x="7741920" y="13411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15" name="Shape 11"/>
          <p:cNvSpPr/>
          <p:nvPr/>
        </p:nvSpPr>
        <p:spPr>
          <a:xfrm>
            <a:off x="7741920" y="1341120"/>
            <a:ext cx="3291840" cy="8534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040" y="1584960"/>
            <a:ext cx="670560" cy="670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0" y="2414016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733" dirty="0"/>
          </a:p>
        </p:txBody>
      </p:sp>
      <p:sp>
        <p:nvSpPr>
          <p:cNvPr id="18" name="Text 13"/>
          <p:cNvSpPr/>
          <p:nvPr/>
        </p:nvSpPr>
        <p:spPr>
          <a:xfrm>
            <a:off x="7924800" y="3072384"/>
            <a:ext cx="292608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533"/>
              </a:spcAft>
            </a:pPr>
            <a:r>
              <a:rPr lang="en-US" sz="1533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Kritischer Sicherheitsmechanismus: Nutzereingaben werden niemals direkt in SQL eingebettet. Schützt zuverlässig vor SQL-Injection.</a:t>
            </a:r>
            <a:endParaRPr lang="en-US" sz="1533" dirty="0"/>
          </a:p>
        </p:txBody>
      </p:sp>
      <p:sp>
        <p:nvSpPr>
          <p:cNvPr id="19" name="Text 14"/>
          <p:cNvSpPr/>
          <p:nvPr/>
        </p:nvSpPr>
        <p:spPr>
          <a:xfrm>
            <a:off x="609600" y="636422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PHP ↔ PDO ↔ MySQL: sichere, strukturierte Datenbankanbindung mit Prepared Statements</a:t>
            </a:r>
            <a:r>
              <a:rPr lang="en-US" sz="1600" b="1" i="1" dirty="0">
                <a:solidFill>
                  <a:srgbClr val="1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121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Containerisierung – Docker</a:t>
            </a:r>
            <a:endParaRPr lang="en-US" sz="3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584960" cy="121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77440" y="1463040"/>
            <a:ext cx="938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isoliert unsere Anwendung in eigenständige Container – unabhängig vom Betriebssystem des Hosts.</a:t>
            </a:r>
            <a:endParaRPr lang="en-US" sz="1867" dirty="0"/>
          </a:p>
        </p:txBody>
      </p:sp>
      <p:sp>
        <p:nvSpPr>
          <p:cNvPr id="6" name="Shape 3"/>
          <p:cNvSpPr/>
          <p:nvPr/>
        </p:nvSpPr>
        <p:spPr>
          <a:xfrm>
            <a:off x="487680" y="2865120"/>
            <a:ext cx="5242560" cy="268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7" name="Shape 4"/>
          <p:cNvSpPr/>
          <p:nvPr/>
        </p:nvSpPr>
        <p:spPr>
          <a:xfrm>
            <a:off x="487680" y="2865120"/>
            <a:ext cx="5242560" cy="67056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50464"/>
            <a:ext cx="463296" cy="463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1120" y="2950464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PHP-Container</a:t>
            </a:r>
            <a:endParaRPr lang="en-US" sz="1733" dirty="0"/>
          </a:p>
        </p:txBody>
      </p:sp>
      <p:sp>
        <p:nvSpPr>
          <p:cNvPr id="10" name="Text 6"/>
          <p:cNvSpPr/>
          <p:nvPr/>
        </p:nvSpPr>
        <p:spPr>
          <a:xfrm>
            <a:off x="731520" y="3657600"/>
            <a:ext cx="47548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den gesamten PHP-Code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Verarbeitet alle HTTP-Anfragen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Kommuniziert intern mit MySQL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61760" y="2865120"/>
            <a:ext cx="5242560" cy="268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12" name="Shape 8"/>
          <p:cNvSpPr/>
          <p:nvPr/>
        </p:nvSpPr>
        <p:spPr>
          <a:xfrm>
            <a:off x="6461760" y="2865120"/>
            <a:ext cx="5242560" cy="670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2950464"/>
            <a:ext cx="463296" cy="4632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950464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MySQL-Container</a:t>
            </a:r>
            <a:endParaRPr lang="en-US" sz="1733" dirty="0"/>
          </a:p>
        </p:txBody>
      </p:sp>
      <p:sp>
        <p:nvSpPr>
          <p:cNvPr id="15" name="Text 10"/>
          <p:cNvSpPr/>
          <p:nvPr/>
        </p:nvSpPr>
        <p:spPr>
          <a:xfrm>
            <a:off x="6705600" y="3657600"/>
            <a:ext cx="47548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Isolierte Datenbankinstanz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im Code: "mysql" (Container-Name)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Kommuniziert über internes Docker-Netzwerk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09600" y="636422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Gleiche Umgebung auf jedem Rechner – kein "works on my machine" mehr.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6A17344-1E6B-4F26-BB5D-22C56B7F2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84C98962-D997-4815-20BD-74CEC7DF94CB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9C289DB-D5C1-720A-96B3-C101FB5B8475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80719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5E8F-1C2D-8F01-5E5A-173DF6DA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983D29F-5443-9301-419E-0ED3148BF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C54402E-2C92-F221-6910-B9018BC7D371}"/>
              </a:ext>
            </a:extLst>
          </p:cNvPr>
          <p:cNvSpPr/>
          <p:nvPr/>
        </p:nvSpPr>
        <p:spPr>
          <a:xfrm>
            <a:off x="85725" y="1295400"/>
            <a:ext cx="12020550" cy="48958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294C4F2-3A62-1B6B-C5B5-5AD39FE2C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436"/>
          <a:stretch>
            <a:fillRect/>
          </a:stretch>
        </p:blipFill>
        <p:spPr>
          <a:xfrm>
            <a:off x="2114550" y="1789652"/>
            <a:ext cx="7229938" cy="2817866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8EAE9C0-F16F-D358-50F9-CD877483DD77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583BC06-AE08-4EB0-AD1D-01AD12D4E1EF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78900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F70E-0E93-F0F8-56B7-781433F1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C20C089-B06B-4978-50D1-198F2339E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2E64006E-8544-AEA5-E4BF-B922945F7AA1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2A2E733-B764-69F8-8399-175D296F8F69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0990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34C-FF80-8A07-4DF5-3ABF5BF4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DC4C21-6407-CFA0-5A68-9500E2C38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3057488-01E0-9561-38D5-E327FEAE0E88}"/>
              </a:ext>
            </a:extLst>
          </p:cNvPr>
          <p:cNvSpPr/>
          <p:nvPr/>
        </p:nvSpPr>
        <p:spPr>
          <a:xfrm>
            <a:off x="85725" y="1295400"/>
            <a:ext cx="12020550" cy="48958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53DCAD-B6C3-B7E3-454B-E085FBD5D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5" r="33521"/>
          <a:stretch>
            <a:fillRect/>
          </a:stretch>
        </p:blipFill>
        <p:spPr>
          <a:xfrm>
            <a:off x="658058" y="2207531"/>
            <a:ext cx="10875883" cy="2535012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FAA9795-8DF4-745F-E782-96600D92F00B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137C258-6CD9-CFF3-20E0-D1C0363747A8}"/>
              </a:ext>
            </a:extLst>
          </p:cNvPr>
          <p:cNvSpPr/>
          <p:nvPr/>
        </p:nvSpPr>
        <p:spPr>
          <a:xfrm>
            <a:off x="617437" y="51114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06039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735B-AA59-AD16-15CF-CB0BE2FA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2ED6112-2C98-34F4-58C5-EC35F8188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3F582F71-3B44-EF3B-25BB-0400CE79BBD0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868E90-E13B-7004-B006-58C8FBD79FB1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82235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3D15-F722-25DB-6EC1-FF599006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398EE2E-20F3-8773-C4B9-065BFF550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515510"/>
            <a:ext cx="11791950" cy="135872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1F2059F-6271-42A9-15F9-C9613626DC01}"/>
              </a:ext>
            </a:extLst>
          </p:cNvPr>
          <p:cNvSpPr/>
          <p:nvPr/>
        </p:nvSpPr>
        <p:spPr>
          <a:xfrm>
            <a:off x="85725" y="1295400"/>
            <a:ext cx="12020550" cy="48958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B5C621-0E91-125A-7C71-FEB7D147A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4"/>
          <a:stretch>
            <a:fillRect/>
          </a:stretch>
        </p:blipFill>
        <p:spPr>
          <a:xfrm>
            <a:off x="1390649" y="2139582"/>
            <a:ext cx="9237995" cy="2578836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2D7F487-429E-30F3-6812-E2BAF197C6A6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EA2B4E9-F0E0-38E1-C7EF-67F5AA0C75D0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41097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eranstaltungen anmelden: So wird's gemacht – Ratgeber Magazin | Tipps von  KennstDuEinen.de">
            <a:extLst>
              <a:ext uri="{FF2B5EF4-FFF2-40B4-BE49-F238E27FC236}">
                <a16:creationId xmlns:a16="http://schemas.microsoft.com/office/drawing/2014/main" id="{44648E12-1AD9-09F5-8EE4-3D840D38B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9" r="8649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F9E161CE-D91C-84EF-3FC5-7DA2F961EADE}"/>
              </a:ext>
            </a:extLst>
          </p:cNvPr>
          <p:cNvSpPr/>
          <p:nvPr/>
        </p:nvSpPr>
        <p:spPr>
          <a:xfrm>
            <a:off x="2077065" y="3170932"/>
            <a:ext cx="8248650" cy="866775"/>
          </a:xfrm>
          <a:prstGeom prst="rect">
            <a:avLst/>
          </a:prstGeom>
          <a:solidFill>
            <a:srgbClr val="40404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A35E01-9543-0F8B-0427-E258EB30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Live-Demo der App</a:t>
            </a:r>
          </a:p>
        </p:txBody>
      </p:sp>
    </p:spTree>
    <p:extLst>
      <p:ext uri="{BB962C8B-B14F-4D97-AF65-F5344CB8AC3E}">
        <p14:creationId xmlns:p14="http://schemas.microsoft.com/office/powerpoint/2010/main" val="1080726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DF09EC-92AB-C0B8-ED38-841D91523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8425" cy="2813050"/>
          </a:xfrm>
        </p:spPr>
        <p:txBody>
          <a:bodyPr/>
          <a:lstStyle/>
          <a:p>
            <a:r>
              <a:rPr lang="de-DE" dirty="0"/>
              <a:t>Styling</a:t>
            </a:r>
          </a:p>
          <a:p>
            <a:r>
              <a:rPr lang="de-DE" dirty="0"/>
              <a:t>Zusammenspiel der einzelnen „Seiten“</a:t>
            </a:r>
          </a:p>
          <a:p>
            <a:r>
              <a:rPr lang="de-DE" dirty="0"/>
              <a:t>Rollen basierter Zugriff</a:t>
            </a:r>
          </a:p>
          <a:p>
            <a:r>
              <a:rPr lang="de-DE" dirty="0"/>
              <a:t>Dashboard</a:t>
            </a:r>
          </a:p>
          <a:p>
            <a:r>
              <a:rPr lang="de-DE" dirty="0"/>
              <a:t>CSS Probleme</a:t>
            </a:r>
            <a:endParaRPr lang="LID4096" dirty="0"/>
          </a:p>
        </p:txBody>
      </p:sp>
      <p:sp>
        <p:nvSpPr>
          <p:cNvPr id="4" name="Kreis: nicht ausgefüllt 3">
            <a:extLst>
              <a:ext uri="{FF2B5EF4-FFF2-40B4-BE49-F238E27FC236}">
                <a16:creationId xmlns:a16="http://schemas.microsoft.com/office/drawing/2014/main" id="{28BE2C13-64AF-4935-20CB-1B6EE858672D}"/>
              </a:ext>
            </a:extLst>
          </p:cNvPr>
          <p:cNvSpPr/>
          <p:nvPr/>
        </p:nvSpPr>
        <p:spPr>
          <a:xfrm>
            <a:off x="7600950" y="1444029"/>
            <a:ext cx="2160000" cy="2160000"/>
          </a:xfrm>
          <a:prstGeom prst="donut">
            <a:avLst>
              <a:gd name="adj" fmla="val 992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5" name="Kreis: nicht ausgefüllt 4">
            <a:extLst>
              <a:ext uri="{FF2B5EF4-FFF2-40B4-BE49-F238E27FC236}">
                <a16:creationId xmlns:a16="http://schemas.microsoft.com/office/drawing/2014/main" id="{52A9BD37-8761-7718-A0DA-D6035B77ED30}"/>
              </a:ext>
            </a:extLst>
          </p:cNvPr>
          <p:cNvSpPr/>
          <p:nvPr/>
        </p:nvSpPr>
        <p:spPr>
          <a:xfrm>
            <a:off x="9667875" y="2478675"/>
            <a:ext cx="2160000" cy="2160000"/>
          </a:xfrm>
          <a:prstGeom prst="donut">
            <a:avLst>
              <a:gd name="adj" fmla="val 992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6" name="Kreis: nicht ausgefüllt 5">
            <a:extLst>
              <a:ext uri="{FF2B5EF4-FFF2-40B4-BE49-F238E27FC236}">
                <a16:creationId xmlns:a16="http://schemas.microsoft.com/office/drawing/2014/main" id="{96C7AFE8-C5D9-CA9E-B905-E5FD90429731}"/>
              </a:ext>
            </a:extLst>
          </p:cNvPr>
          <p:cNvSpPr/>
          <p:nvPr/>
        </p:nvSpPr>
        <p:spPr>
          <a:xfrm>
            <a:off x="7886700" y="4215401"/>
            <a:ext cx="2160000" cy="2160000"/>
          </a:xfrm>
          <a:prstGeom prst="donut">
            <a:avLst>
              <a:gd name="adj" fmla="val 992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7" name="Kreis: nicht ausgefüllt 6">
            <a:extLst>
              <a:ext uri="{FF2B5EF4-FFF2-40B4-BE49-F238E27FC236}">
                <a16:creationId xmlns:a16="http://schemas.microsoft.com/office/drawing/2014/main" id="{2AED7279-3F86-2F5C-97D6-DC10E20FEB87}"/>
              </a:ext>
            </a:extLst>
          </p:cNvPr>
          <p:cNvSpPr/>
          <p:nvPr/>
        </p:nvSpPr>
        <p:spPr>
          <a:xfrm>
            <a:off x="5537700" y="3135401"/>
            <a:ext cx="2160000" cy="2160000"/>
          </a:xfrm>
          <a:prstGeom prst="donut">
            <a:avLst>
              <a:gd name="adj" fmla="val 992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8" name="Kreis: nicht ausgefüllt 7">
            <a:extLst>
              <a:ext uri="{FF2B5EF4-FFF2-40B4-BE49-F238E27FC236}">
                <a16:creationId xmlns:a16="http://schemas.microsoft.com/office/drawing/2014/main" id="{C5E2E457-D9B4-ED0D-20D8-F60A83BF731C}"/>
              </a:ext>
            </a:extLst>
          </p:cNvPr>
          <p:cNvSpPr/>
          <p:nvPr/>
        </p:nvSpPr>
        <p:spPr>
          <a:xfrm>
            <a:off x="2676525" y="4365713"/>
            <a:ext cx="2160000" cy="2160000"/>
          </a:xfrm>
          <a:prstGeom prst="donut">
            <a:avLst>
              <a:gd name="adj" fmla="val 992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pic>
        <p:nvPicPr>
          <p:cNvPr id="9" name="Grafik 8" descr="Warnung mit einfarbiger Füllung">
            <a:extLst>
              <a:ext uri="{FF2B5EF4-FFF2-40B4-BE49-F238E27FC236}">
                <a16:creationId xmlns:a16="http://schemas.microsoft.com/office/drawing/2014/main" id="{69F863D0-F937-D156-D062-7DD05A560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7113" y="4629050"/>
            <a:ext cx="1440000" cy="1440000"/>
          </a:xfrm>
          <a:prstGeom prst="rect">
            <a:avLst/>
          </a:prstGeom>
        </p:spPr>
      </p:pic>
      <p:pic>
        <p:nvPicPr>
          <p:cNvPr id="10" name="Grafik 9" descr="Link mit einfarbiger Füllung">
            <a:extLst>
              <a:ext uri="{FF2B5EF4-FFF2-40B4-BE49-F238E27FC236}">
                <a16:creationId xmlns:a16="http://schemas.microsoft.com/office/drawing/2014/main" id="{8B194DDC-AFF9-35CD-28B1-FF34DD974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7875" y="2838675"/>
            <a:ext cx="1440000" cy="1440000"/>
          </a:xfrm>
          <a:prstGeom prst="rect">
            <a:avLst/>
          </a:prstGeom>
        </p:spPr>
      </p:pic>
      <p:pic>
        <p:nvPicPr>
          <p:cNvPr id="11" name="Grafik 10" descr="Balkendiagramm mit einfarbiger Füllung">
            <a:extLst>
              <a:ext uri="{FF2B5EF4-FFF2-40B4-BE49-F238E27FC236}">
                <a16:creationId xmlns:a16="http://schemas.microsoft.com/office/drawing/2014/main" id="{066BA1A8-DF27-5E57-369F-A66CB4DBA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1775" y="3429000"/>
            <a:ext cx="1440000" cy="1440000"/>
          </a:xfrm>
          <a:prstGeom prst="rect">
            <a:avLst/>
          </a:prstGeom>
        </p:spPr>
      </p:pic>
      <p:pic>
        <p:nvPicPr>
          <p:cNvPr id="12" name="Grafik 11" descr="Palette mit einfarbiger Füllung">
            <a:extLst>
              <a:ext uri="{FF2B5EF4-FFF2-40B4-BE49-F238E27FC236}">
                <a16:creationId xmlns:a16="http://schemas.microsoft.com/office/drawing/2014/main" id="{AE1F5673-2CBC-65B0-98C1-716E860D16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0950" y="1804029"/>
            <a:ext cx="1440000" cy="1440000"/>
          </a:xfrm>
          <a:prstGeom prst="rect">
            <a:avLst/>
          </a:prstGeom>
        </p:spPr>
      </p:pic>
      <p:pic>
        <p:nvPicPr>
          <p:cNvPr id="13" name="Grafik 12" descr="Benutzer mit einfarbiger Füllung">
            <a:extLst>
              <a:ext uri="{FF2B5EF4-FFF2-40B4-BE49-F238E27FC236}">
                <a16:creationId xmlns:a16="http://schemas.microsoft.com/office/drawing/2014/main" id="{C505664F-DA49-F797-B850-F914EE230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6700" y="4575401"/>
            <a:ext cx="1440000" cy="1440000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91ECE555-8928-3756-9DE6-E5AB9B0728B3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589EE95-713C-15C3-CF96-4B80CB0EBB20}"/>
              </a:ext>
            </a:extLst>
          </p:cNvPr>
          <p:cNvSpPr/>
          <p:nvPr/>
        </p:nvSpPr>
        <p:spPr>
          <a:xfrm>
            <a:off x="609600" y="56899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Technische &amp; organisatorische Herausforderung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2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DDA797-92C0-DC9C-5B94-4A4922B49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4" y="1825625"/>
            <a:ext cx="9610725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Suchfunktion (keine Treffer)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Jahres-Filter (Filterung nicht korrekt)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Styling 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Login &amp; </a:t>
            </a:r>
            <a:r>
              <a:rPr lang="de-DE" dirty="0"/>
              <a:t>Registrierung</a:t>
            </a:r>
            <a:r>
              <a:rPr lang="de-DE" sz="2400" dirty="0"/>
              <a:t> – User &amp; Veranstalter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Event beitreten und erstellen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Bild-Upload </a:t>
            </a:r>
            <a:endParaRPr lang="LID4096" sz="2400" dirty="0"/>
          </a:p>
        </p:txBody>
      </p:sp>
      <p:pic>
        <p:nvPicPr>
          <p:cNvPr id="5" name="Grafik 4" descr="Häkchen mit einfarbiger Füllung">
            <a:extLst>
              <a:ext uri="{FF2B5EF4-FFF2-40B4-BE49-F238E27FC236}">
                <a16:creationId xmlns:a16="http://schemas.microsoft.com/office/drawing/2014/main" id="{93511556-89EE-8E34-DC12-CA51CCCCF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4258469"/>
            <a:ext cx="540000" cy="540000"/>
          </a:xfrm>
          <a:prstGeom prst="rect">
            <a:avLst/>
          </a:prstGeom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7CB208E7-3B76-E5E0-3F38-C2FDD971A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4945062"/>
            <a:ext cx="540000" cy="540000"/>
          </a:xfrm>
          <a:prstGeom prst="rect">
            <a:avLst/>
          </a:prstGeom>
        </p:spPr>
      </p:pic>
      <p:pic>
        <p:nvPicPr>
          <p:cNvPr id="7" name="Grafik 6" descr="Häkchen mit einfarbiger Füllung">
            <a:extLst>
              <a:ext uri="{FF2B5EF4-FFF2-40B4-BE49-F238E27FC236}">
                <a16:creationId xmlns:a16="http://schemas.microsoft.com/office/drawing/2014/main" id="{987A28B5-10EE-5E91-0148-A8CBA72F8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5650706"/>
            <a:ext cx="540000" cy="540000"/>
          </a:xfrm>
          <a:prstGeom prst="rect">
            <a:avLst/>
          </a:prstGeom>
        </p:spPr>
      </p:pic>
      <p:pic>
        <p:nvPicPr>
          <p:cNvPr id="9" name="Grafik 8" descr="Schließen mit einfarbiger Füllung">
            <a:extLst>
              <a:ext uri="{FF2B5EF4-FFF2-40B4-BE49-F238E27FC236}">
                <a16:creationId xmlns:a16="http://schemas.microsoft.com/office/drawing/2014/main" id="{B24A7F2E-5B44-2E3C-8460-FF10CA9F5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1932531"/>
            <a:ext cx="540000" cy="540000"/>
          </a:xfrm>
          <a:prstGeom prst="rect">
            <a:avLst/>
          </a:prstGeom>
        </p:spPr>
      </p:pic>
      <p:pic>
        <p:nvPicPr>
          <p:cNvPr id="10" name="Grafik 9" descr="Schließen mit einfarbiger Füllung">
            <a:extLst>
              <a:ext uri="{FF2B5EF4-FFF2-40B4-BE49-F238E27FC236}">
                <a16:creationId xmlns:a16="http://schemas.microsoft.com/office/drawing/2014/main" id="{1F0F907B-37E2-7DBB-734D-B937B400B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2556985"/>
            <a:ext cx="540000" cy="540000"/>
          </a:xfrm>
          <a:prstGeom prst="rect">
            <a:avLst/>
          </a:prstGeom>
        </p:spPr>
      </p:pic>
      <p:pic>
        <p:nvPicPr>
          <p:cNvPr id="4" name="Grafik 3" descr="Schließen mit einfarbiger Füllung">
            <a:extLst>
              <a:ext uri="{FF2B5EF4-FFF2-40B4-BE49-F238E27FC236}">
                <a16:creationId xmlns:a16="http://schemas.microsoft.com/office/drawing/2014/main" id="{4C04C5AE-90E3-9B66-A9DA-C433A84CE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3189389"/>
            <a:ext cx="540000" cy="540000"/>
          </a:xfrm>
          <a:prstGeom prst="rect">
            <a:avLst/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A258AEDA-E691-25B6-6B41-11F5B1649105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33B77EE-26D6-4BA0-EE47-BDA4976FC844}"/>
              </a:ext>
            </a:extLst>
          </p:cNvPr>
          <p:cNvSpPr/>
          <p:nvPr/>
        </p:nvSpPr>
        <p:spPr>
          <a:xfrm>
            <a:off x="609600" y="52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3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Bemerkungen beim </a:t>
            </a:r>
            <a:r>
              <a:rPr lang="de-DE" sz="35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</a:t>
            </a:r>
            <a:endParaRPr lang="en-US" sz="3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2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055AB-E3B4-193C-9B42-01FDC338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9CA44-1B01-AFF0-3724-67D75D9B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Bemerkungen beim </a:t>
            </a:r>
            <a:r>
              <a:rPr lang="de-DE" dirty="0" err="1"/>
              <a:t>Testing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D9220-499F-90C4-3EA5-0F123F4E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4" y="1825625"/>
            <a:ext cx="9610725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Suchfunktion (keine Treffer)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Jahres-Filter (Filterung nicht korrekt)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Styling 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Login &amp; </a:t>
            </a:r>
            <a:r>
              <a:rPr lang="de-DE" dirty="0"/>
              <a:t>Registrierung</a:t>
            </a:r>
            <a:r>
              <a:rPr lang="de-DE" sz="2400" dirty="0"/>
              <a:t> – User &amp; Veranstalter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Event beitreten und erstellen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de-DE" sz="2400" dirty="0"/>
              <a:t>Bild-Upload </a:t>
            </a:r>
            <a:endParaRPr lang="LID4096" sz="2400" dirty="0"/>
          </a:p>
        </p:txBody>
      </p:sp>
      <p:pic>
        <p:nvPicPr>
          <p:cNvPr id="5" name="Grafik 4" descr="Häkchen mit einfarbiger Füllung">
            <a:extLst>
              <a:ext uri="{FF2B5EF4-FFF2-40B4-BE49-F238E27FC236}">
                <a16:creationId xmlns:a16="http://schemas.microsoft.com/office/drawing/2014/main" id="{16D5D4CF-4006-5334-5F35-C5C84CD58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4258469"/>
            <a:ext cx="540000" cy="540000"/>
          </a:xfrm>
          <a:prstGeom prst="rect">
            <a:avLst/>
          </a:prstGeom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DC9A0102-0336-C558-CF6B-720E66171B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4945062"/>
            <a:ext cx="540000" cy="540000"/>
          </a:xfrm>
          <a:prstGeom prst="rect">
            <a:avLst/>
          </a:prstGeom>
        </p:spPr>
      </p:pic>
      <p:pic>
        <p:nvPicPr>
          <p:cNvPr id="7" name="Grafik 6" descr="Häkchen mit einfarbiger Füllung">
            <a:extLst>
              <a:ext uri="{FF2B5EF4-FFF2-40B4-BE49-F238E27FC236}">
                <a16:creationId xmlns:a16="http://schemas.microsoft.com/office/drawing/2014/main" id="{0DD441F7-FD27-FF6A-1460-0E1B3AA9F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50" y="5650706"/>
            <a:ext cx="540000" cy="540000"/>
          </a:xfrm>
          <a:prstGeom prst="rect">
            <a:avLst/>
          </a:prstGeom>
        </p:spPr>
      </p:pic>
      <p:pic>
        <p:nvPicPr>
          <p:cNvPr id="9" name="Grafik 8" descr="Schließen mit einfarbiger Füllung">
            <a:extLst>
              <a:ext uri="{FF2B5EF4-FFF2-40B4-BE49-F238E27FC236}">
                <a16:creationId xmlns:a16="http://schemas.microsoft.com/office/drawing/2014/main" id="{47FF8E2D-A9AF-20B5-993C-7EEB56090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1932531"/>
            <a:ext cx="540000" cy="540000"/>
          </a:xfrm>
          <a:prstGeom prst="rect">
            <a:avLst/>
          </a:prstGeom>
        </p:spPr>
      </p:pic>
      <p:pic>
        <p:nvPicPr>
          <p:cNvPr id="10" name="Grafik 9" descr="Schließen mit einfarbiger Füllung">
            <a:extLst>
              <a:ext uri="{FF2B5EF4-FFF2-40B4-BE49-F238E27FC236}">
                <a16:creationId xmlns:a16="http://schemas.microsoft.com/office/drawing/2014/main" id="{71169977-80BD-96B2-94FD-B15C3A1F92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2556985"/>
            <a:ext cx="540000" cy="540000"/>
          </a:xfrm>
          <a:prstGeom prst="rect">
            <a:avLst/>
          </a:prstGeom>
        </p:spPr>
      </p:pic>
      <p:pic>
        <p:nvPicPr>
          <p:cNvPr id="4" name="Grafik 3" descr="Schließen mit einfarbiger Füllung">
            <a:extLst>
              <a:ext uri="{FF2B5EF4-FFF2-40B4-BE49-F238E27FC236}">
                <a16:creationId xmlns:a16="http://schemas.microsoft.com/office/drawing/2014/main" id="{FF025E4F-D9D8-95B9-932C-A72D4EFCB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550" y="3189389"/>
            <a:ext cx="540000" cy="540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0E3584C1-36B0-EE49-3D43-5B48703CF8B2}"/>
              </a:ext>
            </a:extLst>
          </p:cNvPr>
          <p:cNvSpPr/>
          <p:nvPr/>
        </p:nvSpPr>
        <p:spPr>
          <a:xfrm>
            <a:off x="85725" y="1295400"/>
            <a:ext cx="12020550" cy="48958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993F094-2421-71AC-4DD2-44B1AD6E51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26" y="666750"/>
            <a:ext cx="11315748" cy="5687320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E6E7E65E-4E64-8D9A-80BF-006A210D3A08}"/>
              </a:ext>
            </a:extLst>
          </p:cNvPr>
          <p:cNvSpPr/>
          <p:nvPr/>
        </p:nvSpPr>
        <p:spPr>
          <a:xfrm>
            <a:off x="3225307" y="1132580"/>
            <a:ext cx="5725886" cy="94705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C7C67AE-A59E-7C5F-8A81-EDDFE41200FA}"/>
              </a:ext>
            </a:extLst>
          </p:cNvPr>
          <p:cNvCxnSpPr>
            <a:cxnSpLocks/>
          </p:cNvCxnSpPr>
          <p:nvPr/>
        </p:nvCxnSpPr>
        <p:spPr>
          <a:xfrm flipV="1">
            <a:off x="1622550" y="1912938"/>
            <a:ext cx="1690921" cy="16856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lipse 17">
            <a:extLst>
              <a:ext uri="{FF2B5EF4-FFF2-40B4-BE49-F238E27FC236}">
                <a16:creationId xmlns:a16="http://schemas.microsoft.com/office/drawing/2014/main" id="{9DFC3F63-F781-393F-D069-2A9D8A204021}"/>
              </a:ext>
            </a:extLst>
          </p:cNvPr>
          <p:cNvSpPr/>
          <p:nvPr/>
        </p:nvSpPr>
        <p:spPr>
          <a:xfrm>
            <a:off x="3974314" y="4143430"/>
            <a:ext cx="4227872" cy="94705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0AE8C7A-C643-9735-60D5-DA1EFDCFA369}"/>
              </a:ext>
            </a:extLst>
          </p:cNvPr>
          <p:cNvCxnSpPr>
            <a:cxnSpLocks/>
          </p:cNvCxnSpPr>
          <p:nvPr/>
        </p:nvCxnSpPr>
        <p:spPr>
          <a:xfrm>
            <a:off x="1774950" y="3751006"/>
            <a:ext cx="1890922" cy="6833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010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eranstaltungen anmelden: So wird's gemacht – Ratgeber Magazin | Tipps von  KennstDuEinen.de">
            <a:extLst>
              <a:ext uri="{FF2B5EF4-FFF2-40B4-BE49-F238E27FC236}">
                <a16:creationId xmlns:a16="http://schemas.microsoft.com/office/drawing/2014/main" id="{F856B8B7-D388-6469-61E0-84B0226CA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9" r="8649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25BED6F-CAAF-1E1A-1B34-EDC22D1832AD}"/>
              </a:ext>
            </a:extLst>
          </p:cNvPr>
          <p:cNvSpPr/>
          <p:nvPr/>
        </p:nvSpPr>
        <p:spPr>
          <a:xfrm>
            <a:off x="1731817" y="2217787"/>
            <a:ext cx="8756073" cy="1715116"/>
          </a:xfrm>
          <a:prstGeom prst="rect">
            <a:avLst/>
          </a:prstGeom>
          <a:solidFill>
            <a:srgbClr val="40404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B59E51-4209-0348-8C96-E92F21C0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3066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Danke für </a:t>
            </a:r>
            <a:r>
              <a:rPr lang="en-US" sz="4800" b="1" dirty="0" err="1">
                <a:solidFill>
                  <a:srgbClr val="FFFFFF"/>
                </a:solidFill>
              </a:rPr>
              <a:t>eure</a:t>
            </a:r>
            <a:r>
              <a:rPr lang="en-US" sz="4800" b="1" dirty="0">
                <a:solidFill>
                  <a:srgbClr val="FFFFFF"/>
                </a:solidFill>
              </a:rPr>
              <a:t> </a:t>
            </a:r>
            <a:r>
              <a:rPr lang="en-US" sz="4800" b="1" dirty="0" err="1">
                <a:solidFill>
                  <a:srgbClr val="FFFFFF"/>
                </a:solidFill>
              </a:rPr>
              <a:t>Aufmerksamkeit</a:t>
            </a:r>
            <a:endParaRPr lang="en-US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68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3571c9-5d2f-4766-bfc3-df779ff76c14}" enabled="1" method="Standard" siteId="{30474cde-5811-4f22-b467-a8eeaa6f077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Breitbild</PresentationFormat>
  <Paragraphs>110</Paragraphs>
  <Slides>18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</vt:lpstr>
      <vt:lpstr>Veranstaltungs-/Anmeldesystem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Live-Demo der App</vt:lpstr>
      <vt:lpstr>PowerPoint-Präsentation</vt:lpstr>
      <vt:lpstr>PowerPoint-Präsentation</vt:lpstr>
      <vt:lpstr>Bemerkungen beim Testing</vt:lpstr>
      <vt:lpstr>Danke für eure Aufmerksamkeit</vt:lpstr>
    </vt:vector>
  </TitlesOfParts>
  <Company>Kern Liebers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Doelker, Fabio</dc:creator>
  <cp:lastModifiedBy>Doelker, Fabio</cp:lastModifiedBy>
  <cp:revision>1</cp:revision>
  <dcterms:created xsi:type="dcterms:W3CDTF">2026-05-28T08:40:31Z</dcterms:created>
  <dcterms:modified xsi:type="dcterms:W3CDTF">2026-05-31T19:55:23Z</dcterms:modified>
</cp:coreProperties>
</file>